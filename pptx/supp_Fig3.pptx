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1522075" cy="2762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44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260" y="452063"/>
            <a:ext cx="8641556" cy="961672"/>
          </a:xfrm>
        </p:spPr>
        <p:txBody>
          <a:bodyPr anchor="b"/>
          <a:lstStyle>
            <a:lvl1pPr algn="ctr">
              <a:defRPr sz="24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260" y="1450821"/>
            <a:ext cx="8641556" cy="666904"/>
          </a:xfrm>
        </p:spPr>
        <p:txBody>
          <a:bodyPr/>
          <a:lstStyle>
            <a:lvl1pPr marL="0" indent="0" algn="ctr">
              <a:buNone/>
              <a:defRPr sz="967"/>
            </a:lvl1pPr>
            <a:lvl2pPr marL="184160" indent="0" algn="ctr">
              <a:buNone/>
              <a:defRPr sz="806"/>
            </a:lvl2pPr>
            <a:lvl3pPr marL="368320" indent="0" algn="ctr">
              <a:buNone/>
              <a:defRPr sz="725"/>
            </a:lvl3pPr>
            <a:lvl4pPr marL="552480" indent="0" algn="ctr">
              <a:buNone/>
              <a:defRPr sz="644"/>
            </a:lvl4pPr>
            <a:lvl5pPr marL="736641" indent="0" algn="ctr">
              <a:buNone/>
              <a:defRPr sz="644"/>
            </a:lvl5pPr>
            <a:lvl6pPr marL="920801" indent="0" algn="ctr">
              <a:buNone/>
              <a:defRPr sz="644"/>
            </a:lvl6pPr>
            <a:lvl7pPr marL="1104961" indent="0" algn="ctr">
              <a:buNone/>
              <a:defRPr sz="644"/>
            </a:lvl7pPr>
            <a:lvl8pPr marL="1289121" indent="0" algn="ctr">
              <a:buNone/>
              <a:defRPr sz="644"/>
            </a:lvl8pPr>
            <a:lvl9pPr marL="1473281" indent="0" algn="ctr">
              <a:buNone/>
              <a:defRPr sz="6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60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6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141" y="688645"/>
            <a:ext cx="9937790" cy="1149019"/>
          </a:xfrm>
        </p:spPr>
        <p:txBody>
          <a:bodyPr anchor="b"/>
          <a:lstStyle>
            <a:lvl1pPr>
              <a:defRPr sz="24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141" y="1848534"/>
            <a:ext cx="9937790" cy="604242"/>
          </a:xfrm>
        </p:spPr>
        <p:txBody>
          <a:bodyPr/>
          <a:lstStyle>
            <a:lvl1pPr marL="0" indent="0">
              <a:buNone/>
              <a:defRPr sz="967">
                <a:solidFill>
                  <a:schemeClr val="tx1">
                    <a:tint val="82000"/>
                  </a:schemeClr>
                </a:solidFill>
              </a:defRPr>
            </a:lvl1pPr>
            <a:lvl2pPr marL="184160" indent="0">
              <a:buNone/>
              <a:defRPr sz="806">
                <a:solidFill>
                  <a:schemeClr val="tx1">
                    <a:tint val="82000"/>
                  </a:schemeClr>
                </a:solidFill>
              </a:defRPr>
            </a:lvl2pPr>
            <a:lvl3pPr marL="368320" indent="0">
              <a:buNone/>
              <a:defRPr sz="725">
                <a:solidFill>
                  <a:schemeClr val="tx1">
                    <a:tint val="82000"/>
                  </a:schemeClr>
                </a:solidFill>
              </a:defRPr>
            </a:lvl3pPr>
            <a:lvl4pPr marL="552480" indent="0">
              <a:buNone/>
              <a:defRPr sz="644">
                <a:solidFill>
                  <a:schemeClr val="tx1">
                    <a:tint val="82000"/>
                  </a:schemeClr>
                </a:solidFill>
              </a:defRPr>
            </a:lvl4pPr>
            <a:lvl5pPr marL="736641" indent="0">
              <a:buNone/>
              <a:defRPr sz="644">
                <a:solidFill>
                  <a:schemeClr val="tx1">
                    <a:tint val="82000"/>
                  </a:schemeClr>
                </a:solidFill>
              </a:defRPr>
            </a:lvl5pPr>
            <a:lvl6pPr marL="920801" indent="0">
              <a:buNone/>
              <a:defRPr sz="644">
                <a:solidFill>
                  <a:schemeClr val="tx1">
                    <a:tint val="82000"/>
                  </a:schemeClr>
                </a:solidFill>
              </a:defRPr>
            </a:lvl6pPr>
            <a:lvl7pPr marL="1104961" indent="0">
              <a:buNone/>
              <a:defRPr sz="644">
                <a:solidFill>
                  <a:schemeClr val="tx1">
                    <a:tint val="82000"/>
                  </a:schemeClr>
                </a:solidFill>
              </a:defRPr>
            </a:lvl7pPr>
            <a:lvl8pPr marL="1289121" indent="0">
              <a:buNone/>
              <a:defRPr sz="644">
                <a:solidFill>
                  <a:schemeClr val="tx1">
                    <a:tint val="82000"/>
                  </a:schemeClr>
                </a:solidFill>
              </a:defRPr>
            </a:lvl8pPr>
            <a:lvl9pPr marL="1473281" indent="0">
              <a:buNone/>
              <a:defRPr sz="6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98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43" y="735321"/>
            <a:ext cx="4896882" cy="1752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3050" y="735321"/>
            <a:ext cx="4896882" cy="1752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74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43" y="147065"/>
            <a:ext cx="9937790" cy="5339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644" y="677135"/>
            <a:ext cx="4874377" cy="331853"/>
          </a:xfrm>
        </p:spPr>
        <p:txBody>
          <a:bodyPr anchor="b"/>
          <a:lstStyle>
            <a:lvl1pPr marL="0" indent="0">
              <a:buNone/>
              <a:defRPr sz="967" b="1"/>
            </a:lvl1pPr>
            <a:lvl2pPr marL="184160" indent="0">
              <a:buNone/>
              <a:defRPr sz="806" b="1"/>
            </a:lvl2pPr>
            <a:lvl3pPr marL="368320" indent="0">
              <a:buNone/>
              <a:defRPr sz="725" b="1"/>
            </a:lvl3pPr>
            <a:lvl4pPr marL="552480" indent="0">
              <a:buNone/>
              <a:defRPr sz="644" b="1"/>
            </a:lvl4pPr>
            <a:lvl5pPr marL="736641" indent="0">
              <a:buNone/>
              <a:defRPr sz="644" b="1"/>
            </a:lvl5pPr>
            <a:lvl6pPr marL="920801" indent="0">
              <a:buNone/>
              <a:defRPr sz="644" b="1"/>
            </a:lvl6pPr>
            <a:lvl7pPr marL="1104961" indent="0">
              <a:buNone/>
              <a:defRPr sz="644" b="1"/>
            </a:lvl7pPr>
            <a:lvl8pPr marL="1289121" indent="0">
              <a:buNone/>
              <a:defRPr sz="644" b="1"/>
            </a:lvl8pPr>
            <a:lvl9pPr marL="1473281" indent="0">
              <a:buNone/>
              <a:defRPr sz="6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644" y="1008989"/>
            <a:ext cx="4874377" cy="1484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3050" y="677135"/>
            <a:ext cx="4898383" cy="331853"/>
          </a:xfrm>
        </p:spPr>
        <p:txBody>
          <a:bodyPr anchor="b"/>
          <a:lstStyle>
            <a:lvl1pPr marL="0" indent="0">
              <a:buNone/>
              <a:defRPr sz="967" b="1"/>
            </a:lvl1pPr>
            <a:lvl2pPr marL="184160" indent="0">
              <a:buNone/>
              <a:defRPr sz="806" b="1"/>
            </a:lvl2pPr>
            <a:lvl3pPr marL="368320" indent="0">
              <a:buNone/>
              <a:defRPr sz="725" b="1"/>
            </a:lvl3pPr>
            <a:lvl4pPr marL="552480" indent="0">
              <a:buNone/>
              <a:defRPr sz="644" b="1"/>
            </a:lvl4pPr>
            <a:lvl5pPr marL="736641" indent="0">
              <a:buNone/>
              <a:defRPr sz="644" b="1"/>
            </a:lvl5pPr>
            <a:lvl6pPr marL="920801" indent="0">
              <a:buNone/>
              <a:defRPr sz="644" b="1"/>
            </a:lvl6pPr>
            <a:lvl7pPr marL="1104961" indent="0">
              <a:buNone/>
              <a:defRPr sz="644" b="1"/>
            </a:lvl7pPr>
            <a:lvl8pPr marL="1289121" indent="0">
              <a:buNone/>
              <a:defRPr sz="644" b="1"/>
            </a:lvl8pPr>
            <a:lvl9pPr marL="1473281" indent="0">
              <a:buNone/>
              <a:defRPr sz="6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3050" y="1008989"/>
            <a:ext cx="4898383" cy="1484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5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12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3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44" y="184150"/>
            <a:ext cx="3716169" cy="644525"/>
          </a:xfrm>
        </p:spPr>
        <p:txBody>
          <a:bodyPr anchor="b"/>
          <a:lstStyle>
            <a:lvl1pPr>
              <a:defRPr sz="12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383" y="397713"/>
            <a:ext cx="5833050" cy="1962988"/>
          </a:xfrm>
        </p:spPr>
        <p:txBody>
          <a:bodyPr/>
          <a:lstStyle>
            <a:lvl1pPr>
              <a:defRPr sz="1289"/>
            </a:lvl1pPr>
            <a:lvl2pPr>
              <a:defRPr sz="1128"/>
            </a:lvl2pPr>
            <a:lvl3pPr>
              <a:defRPr sz="967"/>
            </a:lvl3pPr>
            <a:lvl4pPr>
              <a:defRPr sz="806"/>
            </a:lvl4pPr>
            <a:lvl5pPr>
              <a:defRPr sz="806"/>
            </a:lvl5pPr>
            <a:lvl6pPr>
              <a:defRPr sz="806"/>
            </a:lvl6pPr>
            <a:lvl7pPr>
              <a:defRPr sz="806"/>
            </a:lvl7pPr>
            <a:lvl8pPr>
              <a:defRPr sz="806"/>
            </a:lvl8pPr>
            <a:lvl9pPr>
              <a:defRPr sz="8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644" y="828675"/>
            <a:ext cx="3716169" cy="1535223"/>
          </a:xfrm>
        </p:spPr>
        <p:txBody>
          <a:bodyPr/>
          <a:lstStyle>
            <a:lvl1pPr marL="0" indent="0">
              <a:buNone/>
              <a:defRPr sz="644"/>
            </a:lvl1pPr>
            <a:lvl2pPr marL="184160" indent="0">
              <a:buNone/>
              <a:defRPr sz="564"/>
            </a:lvl2pPr>
            <a:lvl3pPr marL="368320" indent="0">
              <a:buNone/>
              <a:defRPr sz="483"/>
            </a:lvl3pPr>
            <a:lvl4pPr marL="552480" indent="0">
              <a:buNone/>
              <a:defRPr sz="403"/>
            </a:lvl4pPr>
            <a:lvl5pPr marL="736641" indent="0">
              <a:buNone/>
              <a:defRPr sz="403"/>
            </a:lvl5pPr>
            <a:lvl6pPr marL="920801" indent="0">
              <a:buNone/>
              <a:defRPr sz="403"/>
            </a:lvl6pPr>
            <a:lvl7pPr marL="1104961" indent="0">
              <a:buNone/>
              <a:defRPr sz="403"/>
            </a:lvl7pPr>
            <a:lvl8pPr marL="1289121" indent="0">
              <a:buNone/>
              <a:defRPr sz="403"/>
            </a:lvl8pPr>
            <a:lvl9pPr marL="1473281" indent="0">
              <a:buNone/>
              <a:defRPr sz="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3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44" y="184150"/>
            <a:ext cx="3716169" cy="644525"/>
          </a:xfrm>
        </p:spPr>
        <p:txBody>
          <a:bodyPr anchor="b"/>
          <a:lstStyle>
            <a:lvl1pPr>
              <a:defRPr sz="12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8383" y="397713"/>
            <a:ext cx="5833050" cy="1962988"/>
          </a:xfrm>
        </p:spPr>
        <p:txBody>
          <a:bodyPr anchor="t"/>
          <a:lstStyle>
            <a:lvl1pPr marL="0" indent="0">
              <a:buNone/>
              <a:defRPr sz="1289"/>
            </a:lvl1pPr>
            <a:lvl2pPr marL="184160" indent="0">
              <a:buNone/>
              <a:defRPr sz="1128"/>
            </a:lvl2pPr>
            <a:lvl3pPr marL="368320" indent="0">
              <a:buNone/>
              <a:defRPr sz="967"/>
            </a:lvl3pPr>
            <a:lvl4pPr marL="552480" indent="0">
              <a:buNone/>
              <a:defRPr sz="806"/>
            </a:lvl4pPr>
            <a:lvl5pPr marL="736641" indent="0">
              <a:buNone/>
              <a:defRPr sz="806"/>
            </a:lvl5pPr>
            <a:lvl6pPr marL="920801" indent="0">
              <a:buNone/>
              <a:defRPr sz="806"/>
            </a:lvl6pPr>
            <a:lvl7pPr marL="1104961" indent="0">
              <a:buNone/>
              <a:defRPr sz="806"/>
            </a:lvl7pPr>
            <a:lvl8pPr marL="1289121" indent="0">
              <a:buNone/>
              <a:defRPr sz="806"/>
            </a:lvl8pPr>
            <a:lvl9pPr marL="1473281" indent="0">
              <a:buNone/>
              <a:defRPr sz="8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644" y="828675"/>
            <a:ext cx="3716169" cy="1535223"/>
          </a:xfrm>
        </p:spPr>
        <p:txBody>
          <a:bodyPr/>
          <a:lstStyle>
            <a:lvl1pPr marL="0" indent="0">
              <a:buNone/>
              <a:defRPr sz="644"/>
            </a:lvl1pPr>
            <a:lvl2pPr marL="184160" indent="0">
              <a:buNone/>
              <a:defRPr sz="564"/>
            </a:lvl2pPr>
            <a:lvl3pPr marL="368320" indent="0">
              <a:buNone/>
              <a:defRPr sz="483"/>
            </a:lvl3pPr>
            <a:lvl4pPr marL="552480" indent="0">
              <a:buNone/>
              <a:defRPr sz="403"/>
            </a:lvl4pPr>
            <a:lvl5pPr marL="736641" indent="0">
              <a:buNone/>
              <a:defRPr sz="403"/>
            </a:lvl5pPr>
            <a:lvl6pPr marL="920801" indent="0">
              <a:buNone/>
              <a:defRPr sz="403"/>
            </a:lvl6pPr>
            <a:lvl7pPr marL="1104961" indent="0">
              <a:buNone/>
              <a:defRPr sz="403"/>
            </a:lvl7pPr>
            <a:lvl8pPr marL="1289121" indent="0">
              <a:buNone/>
              <a:defRPr sz="403"/>
            </a:lvl8pPr>
            <a:lvl9pPr marL="1473281" indent="0">
              <a:buNone/>
              <a:defRPr sz="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5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91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5485" y="147064"/>
            <a:ext cx="2484447" cy="2340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143" y="147064"/>
            <a:ext cx="7309316" cy="2340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9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143" y="147065"/>
            <a:ext cx="9937790" cy="533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143" y="735321"/>
            <a:ext cx="9937790" cy="1752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143" y="2560197"/>
            <a:ext cx="2592467" cy="147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BB6B2-8E69-4498-A0A4-4D6D3390AA9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688" y="2560197"/>
            <a:ext cx="3888700" cy="147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7465" y="2560197"/>
            <a:ext cx="2592467" cy="147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1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8320" rtl="0" eaLnBrk="1" latinLnBrk="0" hangingPunct="1">
        <a:lnSpc>
          <a:spcPct val="90000"/>
        </a:lnSpc>
        <a:spcBef>
          <a:spcPct val="0"/>
        </a:spcBef>
        <a:buNone/>
        <a:defRPr sz="1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2080" indent="-92080" algn="l" defTabSz="368320" rtl="0" eaLnBrk="1" latinLnBrk="0" hangingPunct="1">
        <a:lnSpc>
          <a:spcPct val="90000"/>
        </a:lnSpc>
        <a:spcBef>
          <a:spcPts val="403"/>
        </a:spcBef>
        <a:buFont typeface="Arial" panose="020B0604020202020204" pitchFamily="34" charset="0"/>
        <a:buChar char="•"/>
        <a:defRPr sz="1128" kern="1200">
          <a:solidFill>
            <a:schemeClr val="tx1"/>
          </a:solidFill>
          <a:latin typeface="+mn-lt"/>
          <a:ea typeface="+mn-ea"/>
          <a:cs typeface="+mn-cs"/>
        </a:defRPr>
      </a:lvl1pPr>
      <a:lvl2pPr marL="276240" indent="-92080" algn="l" defTabSz="368320" rtl="0" eaLnBrk="1" latinLnBrk="0" hangingPunct="1">
        <a:lnSpc>
          <a:spcPct val="90000"/>
        </a:lnSpc>
        <a:spcBef>
          <a:spcPts val="201"/>
        </a:spcBef>
        <a:buFont typeface="Arial" panose="020B0604020202020204" pitchFamily="34" charset="0"/>
        <a:buChar char="•"/>
        <a:defRPr sz="967" kern="1200">
          <a:solidFill>
            <a:schemeClr val="tx1"/>
          </a:solidFill>
          <a:latin typeface="+mn-lt"/>
          <a:ea typeface="+mn-ea"/>
          <a:cs typeface="+mn-cs"/>
        </a:defRPr>
      </a:lvl2pPr>
      <a:lvl3pPr marL="460400" indent="-92080" algn="l" defTabSz="368320" rtl="0" eaLnBrk="1" latinLnBrk="0" hangingPunct="1">
        <a:lnSpc>
          <a:spcPct val="90000"/>
        </a:lnSpc>
        <a:spcBef>
          <a:spcPts val="201"/>
        </a:spcBef>
        <a:buFont typeface="Arial" panose="020B0604020202020204" pitchFamily="34" charset="0"/>
        <a:buChar char="•"/>
        <a:defRPr sz="806" kern="1200">
          <a:solidFill>
            <a:schemeClr val="tx1"/>
          </a:solidFill>
          <a:latin typeface="+mn-lt"/>
          <a:ea typeface="+mn-ea"/>
          <a:cs typeface="+mn-cs"/>
        </a:defRPr>
      </a:lvl3pPr>
      <a:lvl4pPr marL="644561" indent="-92080" algn="l" defTabSz="368320" rtl="0" eaLnBrk="1" latinLnBrk="0" hangingPunct="1">
        <a:lnSpc>
          <a:spcPct val="90000"/>
        </a:lnSpc>
        <a:spcBef>
          <a:spcPts val="201"/>
        </a:spcBef>
        <a:buFont typeface="Arial" panose="020B0604020202020204" pitchFamily="34" charset="0"/>
        <a:buChar char="•"/>
        <a:defRPr sz="725" kern="1200">
          <a:solidFill>
            <a:schemeClr val="tx1"/>
          </a:solidFill>
          <a:latin typeface="+mn-lt"/>
          <a:ea typeface="+mn-ea"/>
          <a:cs typeface="+mn-cs"/>
        </a:defRPr>
      </a:lvl4pPr>
      <a:lvl5pPr marL="828721" indent="-92080" algn="l" defTabSz="368320" rtl="0" eaLnBrk="1" latinLnBrk="0" hangingPunct="1">
        <a:lnSpc>
          <a:spcPct val="90000"/>
        </a:lnSpc>
        <a:spcBef>
          <a:spcPts val="201"/>
        </a:spcBef>
        <a:buFont typeface="Arial" panose="020B0604020202020204" pitchFamily="34" charset="0"/>
        <a:buChar char="•"/>
        <a:defRPr sz="725" kern="1200">
          <a:solidFill>
            <a:schemeClr val="tx1"/>
          </a:solidFill>
          <a:latin typeface="+mn-lt"/>
          <a:ea typeface="+mn-ea"/>
          <a:cs typeface="+mn-cs"/>
        </a:defRPr>
      </a:lvl5pPr>
      <a:lvl6pPr marL="1012881" indent="-92080" algn="l" defTabSz="368320" rtl="0" eaLnBrk="1" latinLnBrk="0" hangingPunct="1">
        <a:lnSpc>
          <a:spcPct val="90000"/>
        </a:lnSpc>
        <a:spcBef>
          <a:spcPts val="201"/>
        </a:spcBef>
        <a:buFont typeface="Arial" panose="020B0604020202020204" pitchFamily="34" charset="0"/>
        <a:buChar char="•"/>
        <a:defRPr sz="725" kern="1200">
          <a:solidFill>
            <a:schemeClr val="tx1"/>
          </a:solidFill>
          <a:latin typeface="+mn-lt"/>
          <a:ea typeface="+mn-ea"/>
          <a:cs typeface="+mn-cs"/>
        </a:defRPr>
      </a:lvl6pPr>
      <a:lvl7pPr marL="1197041" indent="-92080" algn="l" defTabSz="368320" rtl="0" eaLnBrk="1" latinLnBrk="0" hangingPunct="1">
        <a:lnSpc>
          <a:spcPct val="90000"/>
        </a:lnSpc>
        <a:spcBef>
          <a:spcPts val="201"/>
        </a:spcBef>
        <a:buFont typeface="Arial" panose="020B0604020202020204" pitchFamily="34" charset="0"/>
        <a:buChar char="•"/>
        <a:defRPr sz="725" kern="1200">
          <a:solidFill>
            <a:schemeClr val="tx1"/>
          </a:solidFill>
          <a:latin typeface="+mn-lt"/>
          <a:ea typeface="+mn-ea"/>
          <a:cs typeface="+mn-cs"/>
        </a:defRPr>
      </a:lvl7pPr>
      <a:lvl8pPr marL="1381201" indent="-92080" algn="l" defTabSz="368320" rtl="0" eaLnBrk="1" latinLnBrk="0" hangingPunct="1">
        <a:lnSpc>
          <a:spcPct val="90000"/>
        </a:lnSpc>
        <a:spcBef>
          <a:spcPts val="201"/>
        </a:spcBef>
        <a:buFont typeface="Arial" panose="020B0604020202020204" pitchFamily="34" charset="0"/>
        <a:buChar char="•"/>
        <a:defRPr sz="725" kern="1200">
          <a:solidFill>
            <a:schemeClr val="tx1"/>
          </a:solidFill>
          <a:latin typeface="+mn-lt"/>
          <a:ea typeface="+mn-ea"/>
          <a:cs typeface="+mn-cs"/>
        </a:defRPr>
      </a:lvl8pPr>
      <a:lvl9pPr marL="1565361" indent="-92080" algn="l" defTabSz="368320" rtl="0" eaLnBrk="1" latinLnBrk="0" hangingPunct="1">
        <a:lnSpc>
          <a:spcPct val="90000"/>
        </a:lnSpc>
        <a:spcBef>
          <a:spcPts val="201"/>
        </a:spcBef>
        <a:buFont typeface="Arial" panose="020B0604020202020204" pitchFamily="34" charset="0"/>
        <a:buChar char="•"/>
        <a:defRPr sz="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8320" rtl="0" eaLnBrk="1" latinLnBrk="0" hangingPunct="1">
        <a:defRPr sz="725" kern="1200">
          <a:solidFill>
            <a:schemeClr val="tx1"/>
          </a:solidFill>
          <a:latin typeface="+mn-lt"/>
          <a:ea typeface="+mn-ea"/>
          <a:cs typeface="+mn-cs"/>
        </a:defRPr>
      </a:lvl1pPr>
      <a:lvl2pPr marL="184160" algn="l" defTabSz="368320" rtl="0" eaLnBrk="1" latinLnBrk="0" hangingPunct="1">
        <a:defRPr sz="725" kern="1200">
          <a:solidFill>
            <a:schemeClr val="tx1"/>
          </a:solidFill>
          <a:latin typeface="+mn-lt"/>
          <a:ea typeface="+mn-ea"/>
          <a:cs typeface="+mn-cs"/>
        </a:defRPr>
      </a:lvl2pPr>
      <a:lvl3pPr marL="368320" algn="l" defTabSz="368320" rtl="0" eaLnBrk="1" latinLnBrk="0" hangingPunct="1">
        <a:defRPr sz="725" kern="1200">
          <a:solidFill>
            <a:schemeClr val="tx1"/>
          </a:solidFill>
          <a:latin typeface="+mn-lt"/>
          <a:ea typeface="+mn-ea"/>
          <a:cs typeface="+mn-cs"/>
        </a:defRPr>
      </a:lvl3pPr>
      <a:lvl4pPr marL="552480" algn="l" defTabSz="368320" rtl="0" eaLnBrk="1" latinLnBrk="0" hangingPunct="1">
        <a:defRPr sz="725" kern="1200">
          <a:solidFill>
            <a:schemeClr val="tx1"/>
          </a:solidFill>
          <a:latin typeface="+mn-lt"/>
          <a:ea typeface="+mn-ea"/>
          <a:cs typeface="+mn-cs"/>
        </a:defRPr>
      </a:lvl4pPr>
      <a:lvl5pPr marL="736641" algn="l" defTabSz="368320" rtl="0" eaLnBrk="1" latinLnBrk="0" hangingPunct="1">
        <a:defRPr sz="725" kern="1200">
          <a:solidFill>
            <a:schemeClr val="tx1"/>
          </a:solidFill>
          <a:latin typeface="+mn-lt"/>
          <a:ea typeface="+mn-ea"/>
          <a:cs typeface="+mn-cs"/>
        </a:defRPr>
      </a:lvl5pPr>
      <a:lvl6pPr marL="920801" algn="l" defTabSz="368320" rtl="0" eaLnBrk="1" latinLnBrk="0" hangingPunct="1">
        <a:defRPr sz="725" kern="1200">
          <a:solidFill>
            <a:schemeClr val="tx1"/>
          </a:solidFill>
          <a:latin typeface="+mn-lt"/>
          <a:ea typeface="+mn-ea"/>
          <a:cs typeface="+mn-cs"/>
        </a:defRPr>
      </a:lvl6pPr>
      <a:lvl7pPr marL="1104961" algn="l" defTabSz="368320" rtl="0" eaLnBrk="1" latinLnBrk="0" hangingPunct="1">
        <a:defRPr sz="725" kern="1200">
          <a:solidFill>
            <a:schemeClr val="tx1"/>
          </a:solidFill>
          <a:latin typeface="+mn-lt"/>
          <a:ea typeface="+mn-ea"/>
          <a:cs typeface="+mn-cs"/>
        </a:defRPr>
      </a:lvl7pPr>
      <a:lvl8pPr marL="1289121" algn="l" defTabSz="368320" rtl="0" eaLnBrk="1" latinLnBrk="0" hangingPunct="1">
        <a:defRPr sz="725" kern="1200">
          <a:solidFill>
            <a:schemeClr val="tx1"/>
          </a:solidFill>
          <a:latin typeface="+mn-lt"/>
          <a:ea typeface="+mn-ea"/>
          <a:cs typeface="+mn-cs"/>
        </a:defRPr>
      </a:lvl8pPr>
      <a:lvl9pPr marL="1473281" algn="l" defTabSz="368320" rtl="0" eaLnBrk="1" latinLnBrk="0" hangingPunct="1">
        <a:defRPr sz="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9CDDC0-045E-058A-2643-DE509ADF2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768" y="194759"/>
            <a:ext cx="5123698" cy="24780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56E361-CB87-94B0-2796-7B74C2F92257}"/>
              </a:ext>
            </a:extLst>
          </p:cNvPr>
          <p:cNvSpPr txBox="1"/>
          <p:nvPr/>
        </p:nvSpPr>
        <p:spPr>
          <a:xfrm>
            <a:off x="-4535" y="-10632"/>
            <a:ext cx="453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451E27-05B4-F34D-9FCB-8B56D9E44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1800" y="136489"/>
            <a:ext cx="1901956" cy="25267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5F1310-FAD7-1E15-A080-0A63F8388D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1732" y="165445"/>
            <a:ext cx="1844044" cy="25207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15F286-A55D-4810-6962-F33C11E7AB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05629" y="113629"/>
            <a:ext cx="1895860" cy="25725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152453-1ED0-1FFF-4DCC-8A934DFC948D}"/>
              </a:ext>
            </a:extLst>
          </p:cNvPr>
          <p:cNvSpPr txBox="1"/>
          <p:nvPr/>
        </p:nvSpPr>
        <p:spPr>
          <a:xfrm>
            <a:off x="5384815" y="-106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C29F70-72B4-FFF9-4746-712BC69EF8A6}"/>
              </a:ext>
            </a:extLst>
          </p:cNvPr>
          <p:cNvSpPr txBox="1"/>
          <p:nvPr/>
        </p:nvSpPr>
        <p:spPr>
          <a:xfrm>
            <a:off x="1816378" y="486079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857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4288</TotalTime>
  <Words>9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Van Duc</dc:creator>
  <cp:lastModifiedBy>Nguyen, Van Duc</cp:lastModifiedBy>
  <cp:revision>8</cp:revision>
  <dcterms:created xsi:type="dcterms:W3CDTF">2026-03-27T19:44:47Z</dcterms:created>
  <dcterms:modified xsi:type="dcterms:W3CDTF">2026-09-10T15:23:13Z</dcterms:modified>
</cp:coreProperties>
</file>
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0953750" cy="2468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2" d="100"/>
          <a:sy n="182" d="100"/>
        </p:scale>
        <p:origin x="192" y="19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403999"/>
            <a:ext cx="8215313" cy="859426"/>
          </a:xfrm>
        </p:spPr>
        <p:txBody>
          <a:bodyPr anchor="b"/>
          <a:lstStyle>
            <a:lvl1pPr algn="ctr"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9219" y="1296567"/>
            <a:ext cx="8215313" cy="595998"/>
          </a:xfrm>
        </p:spPr>
        <p:txBody>
          <a:bodyPr/>
          <a:lstStyle>
            <a:lvl1pPr marL="0" indent="0" algn="ctr">
              <a:buNone/>
              <a:defRPr sz="864"/>
            </a:lvl1pPr>
            <a:lvl2pPr marL="164592" indent="0" algn="ctr">
              <a:buNone/>
              <a:defRPr sz="720"/>
            </a:lvl2pPr>
            <a:lvl3pPr marL="329184" indent="0" algn="ctr">
              <a:buNone/>
              <a:defRPr sz="648"/>
            </a:lvl3pPr>
            <a:lvl4pPr marL="493776" indent="0" algn="ctr">
              <a:buNone/>
              <a:defRPr sz="576"/>
            </a:lvl4pPr>
            <a:lvl5pPr marL="658368" indent="0" algn="ctr">
              <a:buNone/>
              <a:defRPr sz="576"/>
            </a:lvl5pPr>
            <a:lvl6pPr marL="822960" indent="0" algn="ctr">
              <a:buNone/>
              <a:defRPr sz="576"/>
            </a:lvl6pPr>
            <a:lvl7pPr marL="987552" indent="0" algn="ctr">
              <a:buNone/>
              <a:defRPr sz="576"/>
            </a:lvl7pPr>
            <a:lvl8pPr marL="1152144" indent="0" algn="ctr">
              <a:buNone/>
              <a:defRPr sz="576"/>
            </a:lvl8pPr>
            <a:lvl9pPr marL="1316736" indent="0" algn="ctr">
              <a:buNone/>
              <a:defRPr sz="5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0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3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365" y="615427"/>
            <a:ext cx="9447609" cy="1026853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365" y="1651995"/>
            <a:ext cx="9447609" cy="539998"/>
          </a:xfrm>
        </p:spPr>
        <p:txBody>
          <a:bodyPr/>
          <a:lstStyle>
            <a:lvl1pPr marL="0" indent="0">
              <a:buNone/>
              <a:defRPr sz="864">
                <a:solidFill>
                  <a:schemeClr val="tx1">
                    <a:tint val="82000"/>
                  </a:schemeClr>
                </a:solidFill>
              </a:defRPr>
            </a:lvl1pPr>
            <a:lvl2pPr marL="164592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2pPr>
            <a:lvl3pPr marL="329184" indent="0">
              <a:buNone/>
              <a:defRPr sz="648">
                <a:solidFill>
                  <a:schemeClr val="tx1">
                    <a:tint val="82000"/>
                  </a:schemeClr>
                </a:solidFill>
              </a:defRPr>
            </a:lvl3pPr>
            <a:lvl4pPr marL="493776" indent="0">
              <a:buNone/>
              <a:defRPr sz="576">
                <a:solidFill>
                  <a:schemeClr val="tx1">
                    <a:tint val="82000"/>
                  </a:schemeClr>
                </a:solidFill>
              </a:defRPr>
            </a:lvl4pPr>
            <a:lvl5pPr marL="658368" indent="0">
              <a:buNone/>
              <a:defRPr sz="576">
                <a:solidFill>
                  <a:schemeClr val="tx1">
                    <a:tint val="82000"/>
                  </a:schemeClr>
                </a:solidFill>
              </a:defRPr>
            </a:lvl5pPr>
            <a:lvl6pPr marL="822960" indent="0">
              <a:buNone/>
              <a:defRPr sz="576">
                <a:solidFill>
                  <a:schemeClr val="tx1">
                    <a:tint val="82000"/>
                  </a:schemeClr>
                </a:solidFill>
              </a:defRPr>
            </a:lvl6pPr>
            <a:lvl7pPr marL="987552" indent="0">
              <a:buNone/>
              <a:defRPr sz="576">
                <a:solidFill>
                  <a:schemeClr val="tx1">
                    <a:tint val="82000"/>
                  </a:schemeClr>
                </a:solidFill>
              </a:defRPr>
            </a:lvl7pPr>
            <a:lvl8pPr marL="1152144" indent="0">
              <a:buNone/>
              <a:defRPr sz="576">
                <a:solidFill>
                  <a:schemeClr val="tx1">
                    <a:tint val="82000"/>
                  </a:schemeClr>
                </a:solidFill>
              </a:defRPr>
            </a:lvl8pPr>
            <a:lvl9pPr marL="1316736" indent="0">
              <a:buNone/>
              <a:defRPr sz="5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8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3070" y="657140"/>
            <a:ext cx="4655344" cy="156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45336" y="657140"/>
            <a:ext cx="4655344" cy="156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9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497" y="131429"/>
            <a:ext cx="9447609" cy="4771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98" y="605141"/>
            <a:ext cx="4633949" cy="296570"/>
          </a:xfrm>
        </p:spPr>
        <p:txBody>
          <a:bodyPr anchor="b"/>
          <a:lstStyle>
            <a:lvl1pPr marL="0" indent="0">
              <a:buNone/>
              <a:defRPr sz="864" b="1"/>
            </a:lvl1pPr>
            <a:lvl2pPr marL="164592" indent="0">
              <a:buNone/>
              <a:defRPr sz="720" b="1"/>
            </a:lvl2pPr>
            <a:lvl3pPr marL="329184" indent="0">
              <a:buNone/>
              <a:defRPr sz="648" b="1"/>
            </a:lvl3pPr>
            <a:lvl4pPr marL="493776" indent="0">
              <a:buNone/>
              <a:defRPr sz="576" b="1"/>
            </a:lvl4pPr>
            <a:lvl5pPr marL="658368" indent="0">
              <a:buNone/>
              <a:defRPr sz="576" b="1"/>
            </a:lvl5pPr>
            <a:lvl6pPr marL="822960" indent="0">
              <a:buNone/>
              <a:defRPr sz="576" b="1"/>
            </a:lvl6pPr>
            <a:lvl7pPr marL="987552" indent="0">
              <a:buNone/>
              <a:defRPr sz="576" b="1"/>
            </a:lvl7pPr>
            <a:lvl8pPr marL="1152144" indent="0">
              <a:buNone/>
              <a:defRPr sz="576" b="1"/>
            </a:lvl8pPr>
            <a:lvl9pPr marL="1316736" indent="0">
              <a:buNone/>
              <a:defRPr sz="5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98" y="901711"/>
            <a:ext cx="4633949" cy="132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45336" y="605141"/>
            <a:ext cx="4656770" cy="296570"/>
          </a:xfrm>
        </p:spPr>
        <p:txBody>
          <a:bodyPr anchor="b"/>
          <a:lstStyle>
            <a:lvl1pPr marL="0" indent="0">
              <a:buNone/>
              <a:defRPr sz="864" b="1"/>
            </a:lvl1pPr>
            <a:lvl2pPr marL="164592" indent="0">
              <a:buNone/>
              <a:defRPr sz="720" b="1"/>
            </a:lvl2pPr>
            <a:lvl3pPr marL="329184" indent="0">
              <a:buNone/>
              <a:defRPr sz="648" b="1"/>
            </a:lvl3pPr>
            <a:lvl4pPr marL="493776" indent="0">
              <a:buNone/>
              <a:defRPr sz="576" b="1"/>
            </a:lvl4pPr>
            <a:lvl5pPr marL="658368" indent="0">
              <a:buNone/>
              <a:defRPr sz="576" b="1"/>
            </a:lvl5pPr>
            <a:lvl6pPr marL="822960" indent="0">
              <a:buNone/>
              <a:defRPr sz="576" b="1"/>
            </a:lvl6pPr>
            <a:lvl7pPr marL="987552" indent="0">
              <a:buNone/>
              <a:defRPr sz="576" b="1"/>
            </a:lvl7pPr>
            <a:lvl8pPr marL="1152144" indent="0">
              <a:buNone/>
              <a:defRPr sz="576" b="1"/>
            </a:lvl8pPr>
            <a:lvl9pPr marL="1316736" indent="0">
              <a:buNone/>
              <a:defRPr sz="5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45336" y="901711"/>
            <a:ext cx="4656770" cy="1326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9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34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63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498" y="164571"/>
            <a:ext cx="3532869" cy="575998"/>
          </a:xfrm>
        </p:spPr>
        <p:txBody>
          <a:bodyPr anchor="b"/>
          <a:lstStyle>
            <a:lvl1pPr>
              <a:defRPr sz="11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6770" y="355427"/>
            <a:ext cx="5545336" cy="1754280"/>
          </a:xfrm>
        </p:spPr>
        <p:txBody>
          <a:bodyPr/>
          <a:lstStyle>
            <a:lvl1pPr>
              <a:defRPr sz="1152"/>
            </a:lvl1pPr>
            <a:lvl2pPr>
              <a:defRPr sz="1008"/>
            </a:lvl2pPr>
            <a:lvl3pPr>
              <a:defRPr sz="864"/>
            </a:lvl3pPr>
            <a:lvl4pPr>
              <a:defRPr sz="720"/>
            </a:lvl4pPr>
            <a:lvl5pPr>
              <a:defRPr sz="720"/>
            </a:lvl5pPr>
            <a:lvl6pPr>
              <a:defRPr sz="720"/>
            </a:lvl6pPr>
            <a:lvl7pPr>
              <a:defRPr sz="720"/>
            </a:lvl7pPr>
            <a:lvl8pPr>
              <a:defRPr sz="720"/>
            </a:lvl8pPr>
            <a:lvl9pPr>
              <a:defRPr sz="7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498" y="740569"/>
            <a:ext cx="3532869" cy="1371995"/>
          </a:xfrm>
        </p:spPr>
        <p:txBody>
          <a:bodyPr/>
          <a:lstStyle>
            <a:lvl1pPr marL="0" indent="0">
              <a:buNone/>
              <a:defRPr sz="576"/>
            </a:lvl1pPr>
            <a:lvl2pPr marL="164592" indent="0">
              <a:buNone/>
              <a:defRPr sz="504"/>
            </a:lvl2pPr>
            <a:lvl3pPr marL="329184" indent="0">
              <a:buNone/>
              <a:defRPr sz="432"/>
            </a:lvl3pPr>
            <a:lvl4pPr marL="493776" indent="0">
              <a:buNone/>
              <a:defRPr sz="360"/>
            </a:lvl4pPr>
            <a:lvl5pPr marL="658368" indent="0">
              <a:buNone/>
              <a:defRPr sz="360"/>
            </a:lvl5pPr>
            <a:lvl6pPr marL="822960" indent="0">
              <a:buNone/>
              <a:defRPr sz="360"/>
            </a:lvl6pPr>
            <a:lvl7pPr marL="987552" indent="0">
              <a:buNone/>
              <a:defRPr sz="360"/>
            </a:lvl7pPr>
            <a:lvl8pPr marL="1152144" indent="0">
              <a:buNone/>
              <a:defRPr sz="360"/>
            </a:lvl8pPr>
            <a:lvl9pPr marL="1316736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1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498" y="164571"/>
            <a:ext cx="3532869" cy="575998"/>
          </a:xfrm>
        </p:spPr>
        <p:txBody>
          <a:bodyPr anchor="b"/>
          <a:lstStyle>
            <a:lvl1pPr>
              <a:defRPr sz="11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56770" y="355427"/>
            <a:ext cx="5545336" cy="1754280"/>
          </a:xfrm>
        </p:spPr>
        <p:txBody>
          <a:bodyPr anchor="t"/>
          <a:lstStyle>
            <a:lvl1pPr marL="0" indent="0">
              <a:buNone/>
              <a:defRPr sz="1152"/>
            </a:lvl1pPr>
            <a:lvl2pPr marL="164592" indent="0">
              <a:buNone/>
              <a:defRPr sz="1008"/>
            </a:lvl2pPr>
            <a:lvl3pPr marL="329184" indent="0">
              <a:buNone/>
              <a:defRPr sz="864"/>
            </a:lvl3pPr>
            <a:lvl4pPr marL="493776" indent="0">
              <a:buNone/>
              <a:defRPr sz="720"/>
            </a:lvl4pPr>
            <a:lvl5pPr marL="658368" indent="0">
              <a:buNone/>
              <a:defRPr sz="720"/>
            </a:lvl5pPr>
            <a:lvl6pPr marL="822960" indent="0">
              <a:buNone/>
              <a:defRPr sz="720"/>
            </a:lvl6pPr>
            <a:lvl7pPr marL="987552" indent="0">
              <a:buNone/>
              <a:defRPr sz="720"/>
            </a:lvl7pPr>
            <a:lvl8pPr marL="1152144" indent="0">
              <a:buNone/>
              <a:defRPr sz="720"/>
            </a:lvl8pPr>
            <a:lvl9pPr marL="1316736" indent="0">
              <a:buNone/>
              <a:defRPr sz="7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498" y="740569"/>
            <a:ext cx="3532869" cy="1371995"/>
          </a:xfrm>
        </p:spPr>
        <p:txBody>
          <a:bodyPr/>
          <a:lstStyle>
            <a:lvl1pPr marL="0" indent="0">
              <a:buNone/>
              <a:defRPr sz="576"/>
            </a:lvl1pPr>
            <a:lvl2pPr marL="164592" indent="0">
              <a:buNone/>
              <a:defRPr sz="504"/>
            </a:lvl2pPr>
            <a:lvl3pPr marL="329184" indent="0">
              <a:buNone/>
              <a:defRPr sz="432"/>
            </a:lvl3pPr>
            <a:lvl4pPr marL="493776" indent="0">
              <a:buNone/>
              <a:defRPr sz="360"/>
            </a:lvl4pPr>
            <a:lvl5pPr marL="658368" indent="0">
              <a:buNone/>
              <a:defRPr sz="360"/>
            </a:lvl5pPr>
            <a:lvl6pPr marL="822960" indent="0">
              <a:buNone/>
              <a:defRPr sz="360"/>
            </a:lvl6pPr>
            <a:lvl7pPr marL="987552" indent="0">
              <a:buNone/>
              <a:defRPr sz="360"/>
            </a:lvl7pPr>
            <a:lvl8pPr marL="1152144" indent="0">
              <a:buNone/>
              <a:defRPr sz="360"/>
            </a:lvl8pPr>
            <a:lvl9pPr marL="1316736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5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3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38778" y="131428"/>
            <a:ext cx="2361902" cy="20919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3070" y="131428"/>
            <a:ext cx="6948785" cy="20919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0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3071" y="131429"/>
            <a:ext cx="9447609" cy="477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071" y="657140"/>
            <a:ext cx="9447609" cy="1566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070" y="2287992"/>
            <a:ext cx="2464594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43942-9C72-497E-8EFA-1E40F2F227BC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28430" y="2287992"/>
            <a:ext cx="3696891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36086" y="2287992"/>
            <a:ext cx="2464594" cy="1314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92740-22DA-4AD7-AF0B-CA9D11978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2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" rtl="0" eaLnBrk="1" latinLnBrk="0" hangingPunct="1">
        <a:lnSpc>
          <a:spcPct val="90000"/>
        </a:lnSpc>
        <a:spcBef>
          <a:spcPct val="0"/>
        </a:spcBef>
        <a:buNone/>
        <a:defRPr sz="15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" indent="-82296" algn="l" defTabSz="329184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" indent="-82296" algn="l" defTabSz="329184" rtl="0" eaLnBrk="1" latinLnBrk="0" hangingPunct="1">
        <a:lnSpc>
          <a:spcPct val="90000"/>
        </a:lnSpc>
        <a:spcBef>
          <a:spcPts val="180"/>
        </a:spcBef>
        <a:buFont typeface="Arial" panose="020B0604020202020204" pitchFamily="34" charset="0"/>
        <a:buChar char="•"/>
        <a:defRPr sz="6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" algn="l" defTabSz="329184" rtl="0" eaLnBrk="1" latinLnBrk="0" hangingPunct="1">
        <a:defRPr sz="6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5.png"/><Relationship Id="rId3" Type="http://schemas.openxmlformats.org/officeDocument/2006/relationships/tags" Target="../tags/tag3.xml"/><Relationship Id="rId21" Type="http://schemas.openxmlformats.org/officeDocument/2006/relationships/image" Target="../media/image8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4.png"/><Relationship Id="rId2" Type="http://schemas.openxmlformats.org/officeDocument/2006/relationships/tags" Target="../tags/tag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10" Type="http://schemas.openxmlformats.org/officeDocument/2006/relationships/tags" Target="../tags/tag10.xml"/><Relationship Id="rId19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C940BB-E3C0-2087-D790-676BD13C39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704" y="3922"/>
            <a:ext cx="4358646" cy="25213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72868D-F8FB-0AAF-5597-9437140DFBF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4118" y="10576"/>
            <a:ext cx="2856556" cy="2517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397B40-CFA0-DB70-0C20-CB707449E6E3}"/>
              </a:ext>
            </a:extLst>
          </p:cNvPr>
          <p:cNvSpPr txBox="1"/>
          <p:nvPr/>
        </p:nvSpPr>
        <p:spPr>
          <a:xfrm>
            <a:off x="-32897" y="-2446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BF706-DBFF-522A-1A6F-2E199DC497A6}"/>
              </a:ext>
            </a:extLst>
          </p:cNvPr>
          <p:cNvSpPr txBox="1"/>
          <p:nvPr/>
        </p:nvSpPr>
        <p:spPr>
          <a:xfrm>
            <a:off x="755884" y="1489482"/>
            <a:ext cx="3609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F0AA6D-1ED4-B893-FD66-9D4CFEE681DF}"/>
              </a:ext>
            </a:extLst>
          </p:cNvPr>
          <p:cNvSpPr txBox="1"/>
          <p:nvPr/>
        </p:nvSpPr>
        <p:spPr>
          <a:xfrm>
            <a:off x="755884" y="1194060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BF8124-B3BA-DB92-E50D-BC3377AD8EEA}"/>
              </a:ext>
            </a:extLst>
          </p:cNvPr>
          <p:cNvSpPr txBox="1"/>
          <p:nvPr/>
        </p:nvSpPr>
        <p:spPr>
          <a:xfrm>
            <a:off x="844585" y="1002990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B447AE-D295-E2B4-0DAC-FBC2733D1E11}"/>
              </a:ext>
            </a:extLst>
          </p:cNvPr>
          <p:cNvSpPr txBox="1"/>
          <p:nvPr/>
        </p:nvSpPr>
        <p:spPr>
          <a:xfrm>
            <a:off x="924770" y="774119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BF4EE2-4368-F7F1-1F1D-68617C411485}"/>
              </a:ext>
            </a:extLst>
          </p:cNvPr>
          <p:cNvSpPr txBox="1"/>
          <p:nvPr/>
        </p:nvSpPr>
        <p:spPr>
          <a:xfrm>
            <a:off x="1073518" y="495603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32F6C6-F251-9D47-0651-66D68CF363FD}"/>
              </a:ext>
            </a:extLst>
          </p:cNvPr>
          <p:cNvSpPr txBox="1"/>
          <p:nvPr/>
        </p:nvSpPr>
        <p:spPr>
          <a:xfrm>
            <a:off x="1330888" y="192856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D54F1A-0632-E93B-84E5-70BB28FED2B7}"/>
              </a:ext>
            </a:extLst>
          </p:cNvPr>
          <p:cNvSpPr txBox="1"/>
          <p:nvPr/>
        </p:nvSpPr>
        <p:spPr>
          <a:xfrm>
            <a:off x="2019579" y="1377772"/>
            <a:ext cx="3609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65F463-E8A2-F639-208F-98D8B38D2B10}"/>
              </a:ext>
            </a:extLst>
          </p:cNvPr>
          <p:cNvSpPr txBox="1"/>
          <p:nvPr/>
        </p:nvSpPr>
        <p:spPr>
          <a:xfrm>
            <a:off x="2312264" y="1246967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DB5B00-CD00-3788-6FCC-4BC6CD9B5FC4}"/>
              </a:ext>
            </a:extLst>
          </p:cNvPr>
          <p:cNvSpPr txBox="1"/>
          <p:nvPr/>
        </p:nvSpPr>
        <p:spPr>
          <a:xfrm>
            <a:off x="2616922" y="991395"/>
            <a:ext cx="255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E726618-7F6B-5EFF-A2DC-95895751233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959" y="156917"/>
            <a:ext cx="368833" cy="18288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3288E65-EEEB-D1A7-2FE6-545466E8ADA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970" y="156917"/>
            <a:ext cx="368833" cy="18288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E2AD083-FE6C-DE7C-FBAC-C7231AA41C15}"/>
              </a:ext>
            </a:extLst>
          </p:cNvPr>
          <p:cNvSpPr txBox="1"/>
          <p:nvPr/>
        </p:nvSpPr>
        <p:spPr>
          <a:xfrm>
            <a:off x="7394180" y="1935613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8D5A97-C8D0-0889-117B-8489CBC5577B}"/>
              </a:ext>
            </a:extLst>
          </p:cNvPr>
          <p:cNvSpPr txBox="1"/>
          <p:nvPr/>
        </p:nvSpPr>
        <p:spPr>
          <a:xfrm>
            <a:off x="7777189" y="1935613"/>
            <a:ext cx="513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IWF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BBAD74-EC90-8BBD-EAD5-D11C204CB399}"/>
              </a:ext>
            </a:extLst>
          </p:cNvPr>
          <p:cNvSpPr txBox="1"/>
          <p:nvPr/>
        </p:nvSpPr>
        <p:spPr>
          <a:xfrm>
            <a:off x="4419113" y="-2446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44430E6-F623-3948-5666-CA4749CBF9B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7442" y="85323"/>
            <a:ext cx="2535337" cy="243475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4A2BF8E-2AE3-954B-3BEE-6A6ED0693FAC}"/>
              </a:ext>
            </a:extLst>
          </p:cNvPr>
          <p:cNvSpPr txBox="1"/>
          <p:nvPr/>
        </p:nvSpPr>
        <p:spPr>
          <a:xfrm>
            <a:off x="8186319" y="-24466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BBE5FD6-8A99-BE87-9D3C-581DE1BA88F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154392" y="1122200"/>
            <a:ext cx="410150" cy="120420"/>
            <a:chOff x="6536955" y="2086508"/>
            <a:chExt cx="410150" cy="12042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0DC6AB4-4F27-B1F7-2EF5-2B0E7F83998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536955" y="2086508"/>
              <a:ext cx="127312" cy="120420"/>
            </a:xfrm>
            <a:custGeom>
              <a:avLst/>
              <a:gdLst>
                <a:gd name="csX0" fmla="*/ 107872 w 127312"/>
                <a:gd name="csY0" fmla="*/ 16802 h 120420"/>
                <a:gd name="csX1" fmla="*/ 127389 w 127312"/>
                <a:gd name="csY1" fmla="*/ 5358 h 120420"/>
                <a:gd name="csX2" fmla="*/ 127389 w 127312"/>
                <a:gd name="csY2" fmla="*/ 63 h 120420"/>
                <a:gd name="csX3" fmla="*/ 110020 w 127312"/>
                <a:gd name="csY3" fmla="*/ 575 h 120420"/>
                <a:gd name="csX4" fmla="*/ 89607 w 127312"/>
                <a:gd name="csY4" fmla="*/ 63 h 120420"/>
                <a:gd name="csX5" fmla="*/ 89607 w 127312"/>
                <a:gd name="csY5" fmla="*/ 5358 h 120420"/>
                <a:gd name="csX6" fmla="*/ 102679 w 127312"/>
                <a:gd name="csY6" fmla="*/ 13898 h 120420"/>
                <a:gd name="csX7" fmla="*/ 101783 w 127312"/>
                <a:gd name="csY7" fmla="*/ 17315 h 120420"/>
                <a:gd name="csX8" fmla="*/ 69015 w 127312"/>
                <a:gd name="csY8" fmla="*/ 99645 h 120420"/>
                <a:gd name="csX9" fmla="*/ 34815 w 127312"/>
                <a:gd name="csY9" fmla="*/ 13386 h 120420"/>
                <a:gd name="csX10" fmla="*/ 33740 w 127312"/>
                <a:gd name="csY10" fmla="*/ 10311 h 120420"/>
                <a:gd name="csX11" fmla="*/ 48423 w 127312"/>
                <a:gd name="csY11" fmla="*/ 5358 h 120420"/>
                <a:gd name="csX12" fmla="*/ 48423 w 127312"/>
                <a:gd name="csY12" fmla="*/ 63 h 120420"/>
                <a:gd name="csX13" fmla="*/ 22817 w 127312"/>
                <a:gd name="csY13" fmla="*/ 575 h 120420"/>
                <a:gd name="csX14" fmla="*/ 77 w 127312"/>
                <a:gd name="csY14" fmla="*/ 63 h 120420"/>
                <a:gd name="csX15" fmla="*/ 77 w 127312"/>
                <a:gd name="csY15" fmla="*/ 5358 h 120420"/>
                <a:gd name="csX16" fmla="*/ 17625 w 127312"/>
                <a:gd name="csY16" fmla="*/ 11849 h 120420"/>
                <a:gd name="csX17" fmla="*/ 59167 w 127312"/>
                <a:gd name="csY17" fmla="*/ 116726 h 120420"/>
                <a:gd name="csX18" fmla="*/ 63643 w 127312"/>
                <a:gd name="csY18" fmla="*/ 120483 h 120420"/>
                <a:gd name="csX19" fmla="*/ 67941 w 127312"/>
                <a:gd name="csY19" fmla="*/ 117238 h 120420"/>
                <a:gd name="csX20" fmla="*/ 107872 w 127312"/>
                <a:gd name="csY20" fmla="*/ 16802 h 120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27312" h="120420">
                  <a:moveTo>
                    <a:pt x="107872" y="16802"/>
                  </a:moveTo>
                  <a:cubicBezTo>
                    <a:pt x="110378" y="10482"/>
                    <a:pt x="115213" y="5529"/>
                    <a:pt x="127389" y="5358"/>
                  </a:cubicBezTo>
                  <a:lnTo>
                    <a:pt x="127389" y="63"/>
                  </a:lnTo>
                  <a:cubicBezTo>
                    <a:pt x="121838" y="404"/>
                    <a:pt x="114676" y="575"/>
                    <a:pt x="110020" y="575"/>
                  </a:cubicBezTo>
                  <a:cubicBezTo>
                    <a:pt x="104648" y="575"/>
                    <a:pt x="94263" y="234"/>
                    <a:pt x="89607" y="63"/>
                  </a:cubicBezTo>
                  <a:lnTo>
                    <a:pt x="89607" y="5358"/>
                  </a:lnTo>
                  <a:cubicBezTo>
                    <a:pt x="98918" y="5529"/>
                    <a:pt x="102679" y="9970"/>
                    <a:pt x="102679" y="13898"/>
                  </a:cubicBezTo>
                  <a:cubicBezTo>
                    <a:pt x="102679" y="15265"/>
                    <a:pt x="102142" y="16290"/>
                    <a:pt x="101783" y="17315"/>
                  </a:cubicBezTo>
                  <a:lnTo>
                    <a:pt x="69015" y="99645"/>
                  </a:lnTo>
                  <a:lnTo>
                    <a:pt x="34815" y="13386"/>
                  </a:lnTo>
                  <a:cubicBezTo>
                    <a:pt x="33740" y="10995"/>
                    <a:pt x="33740" y="10653"/>
                    <a:pt x="33740" y="10311"/>
                  </a:cubicBezTo>
                  <a:cubicBezTo>
                    <a:pt x="33740" y="5358"/>
                    <a:pt x="43947" y="5358"/>
                    <a:pt x="48423" y="5358"/>
                  </a:cubicBezTo>
                  <a:lnTo>
                    <a:pt x="48423" y="63"/>
                  </a:lnTo>
                  <a:cubicBezTo>
                    <a:pt x="41977" y="575"/>
                    <a:pt x="29622" y="575"/>
                    <a:pt x="22817" y="575"/>
                  </a:cubicBezTo>
                  <a:cubicBezTo>
                    <a:pt x="14223" y="575"/>
                    <a:pt x="6523" y="234"/>
                    <a:pt x="77" y="63"/>
                  </a:cubicBezTo>
                  <a:lnTo>
                    <a:pt x="77" y="5358"/>
                  </a:lnTo>
                  <a:cubicBezTo>
                    <a:pt x="11716" y="5358"/>
                    <a:pt x="15118" y="5358"/>
                    <a:pt x="17625" y="11849"/>
                  </a:cubicBezTo>
                  <a:lnTo>
                    <a:pt x="59167" y="116726"/>
                  </a:lnTo>
                  <a:cubicBezTo>
                    <a:pt x="60420" y="119971"/>
                    <a:pt x="61316" y="120483"/>
                    <a:pt x="63643" y="120483"/>
                  </a:cubicBezTo>
                  <a:cubicBezTo>
                    <a:pt x="66687" y="120483"/>
                    <a:pt x="67046" y="119629"/>
                    <a:pt x="67941" y="117238"/>
                  </a:cubicBezTo>
                  <a:lnTo>
                    <a:pt x="107872" y="16802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CEC9DCF-5339-1B1D-A884-1FA1B17A040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6673758" y="2087021"/>
              <a:ext cx="110838" cy="116150"/>
            </a:xfrm>
            <a:custGeom>
              <a:avLst/>
              <a:gdLst>
                <a:gd name="csX0" fmla="*/ 18527 w 110838"/>
                <a:gd name="csY0" fmla="*/ 102890 h 116150"/>
                <a:gd name="csX1" fmla="*/ 4382 w 110838"/>
                <a:gd name="csY1" fmla="*/ 110918 h 116150"/>
                <a:gd name="csX2" fmla="*/ 84 w 110838"/>
                <a:gd name="csY2" fmla="*/ 110918 h 116150"/>
                <a:gd name="csX3" fmla="*/ 84 w 110838"/>
                <a:gd name="csY3" fmla="*/ 116213 h 116150"/>
                <a:gd name="csX4" fmla="*/ 103402 w 110838"/>
                <a:gd name="csY4" fmla="*/ 116213 h 116150"/>
                <a:gd name="csX5" fmla="*/ 110923 w 110838"/>
                <a:gd name="csY5" fmla="*/ 72144 h 116150"/>
                <a:gd name="csX6" fmla="*/ 106446 w 110838"/>
                <a:gd name="csY6" fmla="*/ 72144 h 116150"/>
                <a:gd name="csX7" fmla="*/ 67053 w 110838"/>
                <a:gd name="csY7" fmla="*/ 110918 h 116150"/>
                <a:gd name="csX8" fmla="*/ 43238 w 110838"/>
                <a:gd name="csY8" fmla="*/ 110918 h 116150"/>
                <a:gd name="csX9" fmla="*/ 34464 w 110838"/>
                <a:gd name="csY9" fmla="*/ 104086 h 116150"/>
                <a:gd name="csX10" fmla="*/ 34464 w 110838"/>
                <a:gd name="csY10" fmla="*/ 58480 h 116150"/>
                <a:gd name="csX11" fmla="*/ 50579 w 110838"/>
                <a:gd name="csY11" fmla="*/ 58480 h 116150"/>
                <a:gd name="csX12" fmla="*/ 69918 w 110838"/>
                <a:gd name="csY12" fmla="*/ 78464 h 116150"/>
                <a:gd name="csX13" fmla="*/ 74395 w 110838"/>
                <a:gd name="csY13" fmla="*/ 78464 h 116150"/>
                <a:gd name="csX14" fmla="*/ 74395 w 110838"/>
                <a:gd name="csY14" fmla="*/ 33200 h 116150"/>
                <a:gd name="csX15" fmla="*/ 69918 w 110838"/>
                <a:gd name="csY15" fmla="*/ 33200 h 116150"/>
                <a:gd name="csX16" fmla="*/ 50579 w 110838"/>
                <a:gd name="csY16" fmla="*/ 53185 h 116150"/>
                <a:gd name="csX17" fmla="*/ 34464 w 110838"/>
                <a:gd name="csY17" fmla="*/ 53185 h 116150"/>
                <a:gd name="csX18" fmla="*/ 34464 w 110838"/>
                <a:gd name="csY18" fmla="*/ 12190 h 116150"/>
                <a:gd name="csX19" fmla="*/ 43238 w 110838"/>
                <a:gd name="csY19" fmla="*/ 5358 h 116150"/>
                <a:gd name="csX20" fmla="*/ 66337 w 110838"/>
                <a:gd name="csY20" fmla="*/ 5358 h 116150"/>
                <a:gd name="csX21" fmla="*/ 101433 w 110838"/>
                <a:gd name="csY21" fmla="*/ 38495 h 116150"/>
                <a:gd name="csX22" fmla="*/ 105909 w 110838"/>
                <a:gd name="csY22" fmla="*/ 38495 h 116150"/>
                <a:gd name="csX23" fmla="*/ 100896 w 110838"/>
                <a:gd name="csY23" fmla="*/ 63 h 116150"/>
                <a:gd name="csX24" fmla="*/ 84 w 110838"/>
                <a:gd name="csY24" fmla="*/ 63 h 116150"/>
                <a:gd name="csX25" fmla="*/ 84 w 110838"/>
                <a:gd name="csY25" fmla="*/ 5358 h 116150"/>
                <a:gd name="csX26" fmla="*/ 4382 w 110838"/>
                <a:gd name="csY26" fmla="*/ 5358 h 116150"/>
                <a:gd name="csX27" fmla="*/ 18527 w 110838"/>
                <a:gd name="csY27" fmla="*/ 13386 h 116150"/>
                <a:gd name="csX28" fmla="*/ 18527 w 110838"/>
                <a:gd name="csY28" fmla="*/ 102890 h 116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10838" h="116150">
                  <a:moveTo>
                    <a:pt x="18527" y="102890"/>
                  </a:moveTo>
                  <a:cubicBezTo>
                    <a:pt x="18527" y="109039"/>
                    <a:pt x="18169" y="110918"/>
                    <a:pt x="4382" y="110918"/>
                  </a:cubicBezTo>
                  <a:lnTo>
                    <a:pt x="84" y="110918"/>
                  </a:lnTo>
                  <a:lnTo>
                    <a:pt x="84" y="116213"/>
                  </a:lnTo>
                  <a:lnTo>
                    <a:pt x="103402" y="116213"/>
                  </a:lnTo>
                  <a:lnTo>
                    <a:pt x="110923" y="72144"/>
                  </a:lnTo>
                  <a:lnTo>
                    <a:pt x="106446" y="72144"/>
                  </a:lnTo>
                  <a:cubicBezTo>
                    <a:pt x="101970" y="98449"/>
                    <a:pt x="97852" y="110918"/>
                    <a:pt x="67053" y="110918"/>
                  </a:cubicBezTo>
                  <a:lnTo>
                    <a:pt x="43238" y="110918"/>
                  </a:lnTo>
                  <a:cubicBezTo>
                    <a:pt x="34822" y="110918"/>
                    <a:pt x="34464" y="109722"/>
                    <a:pt x="34464" y="104086"/>
                  </a:cubicBezTo>
                  <a:lnTo>
                    <a:pt x="34464" y="58480"/>
                  </a:lnTo>
                  <a:lnTo>
                    <a:pt x="50579" y="58480"/>
                  </a:lnTo>
                  <a:cubicBezTo>
                    <a:pt x="67948" y="58480"/>
                    <a:pt x="69918" y="63945"/>
                    <a:pt x="69918" y="78464"/>
                  </a:cubicBezTo>
                  <a:lnTo>
                    <a:pt x="74395" y="78464"/>
                  </a:lnTo>
                  <a:lnTo>
                    <a:pt x="74395" y="33200"/>
                  </a:lnTo>
                  <a:lnTo>
                    <a:pt x="69918" y="33200"/>
                  </a:lnTo>
                  <a:cubicBezTo>
                    <a:pt x="69918" y="47889"/>
                    <a:pt x="67948" y="53185"/>
                    <a:pt x="50579" y="53185"/>
                  </a:cubicBezTo>
                  <a:lnTo>
                    <a:pt x="34464" y="53185"/>
                  </a:lnTo>
                  <a:lnTo>
                    <a:pt x="34464" y="12190"/>
                  </a:lnTo>
                  <a:cubicBezTo>
                    <a:pt x="34464" y="6554"/>
                    <a:pt x="34822" y="5358"/>
                    <a:pt x="43238" y="5358"/>
                  </a:cubicBezTo>
                  <a:lnTo>
                    <a:pt x="66337" y="5358"/>
                  </a:lnTo>
                  <a:cubicBezTo>
                    <a:pt x="93733" y="5358"/>
                    <a:pt x="98568" y="14752"/>
                    <a:pt x="101433" y="38495"/>
                  </a:cubicBezTo>
                  <a:lnTo>
                    <a:pt x="105909" y="38495"/>
                  </a:lnTo>
                  <a:lnTo>
                    <a:pt x="100896" y="63"/>
                  </a:lnTo>
                  <a:lnTo>
                    <a:pt x="84" y="63"/>
                  </a:lnTo>
                  <a:lnTo>
                    <a:pt x="84" y="5358"/>
                  </a:lnTo>
                  <a:lnTo>
                    <a:pt x="4382" y="5358"/>
                  </a:lnTo>
                  <a:cubicBezTo>
                    <a:pt x="18169" y="5358"/>
                    <a:pt x="18527" y="7237"/>
                    <a:pt x="18527" y="13386"/>
                  </a:cubicBezTo>
                  <a:lnTo>
                    <a:pt x="18527" y="102890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5637DC6-CB19-6A0E-5FF1-621424F1B57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796336" y="2086508"/>
              <a:ext cx="150769" cy="116662"/>
            </a:xfrm>
            <a:custGeom>
              <a:avLst/>
              <a:gdLst>
                <a:gd name="csX0" fmla="*/ 36619 w 150769"/>
                <a:gd name="csY0" fmla="*/ 3821 h 116662"/>
                <a:gd name="csX1" fmla="*/ 30352 w 150769"/>
                <a:gd name="csY1" fmla="*/ 63 h 116662"/>
                <a:gd name="csX2" fmla="*/ 91 w 150769"/>
                <a:gd name="csY2" fmla="*/ 63 h 116662"/>
                <a:gd name="csX3" fmla="*/ 91 w 150769"/>
                <a:gd name="csY3" fmla="*/ 5358 h 116662"/>
                <a:gd name="csX4" fmla="*/ 4388 w 150769"/>
                <a:gd name="csY4" fmla="*/ 5358 h 116662"/>
                <a:gd name="csX5" fmla="*/ 18534 w 150769"/>
                <a:gd name="csY5" fmla="*/ 13386 h 116662"/>
                <a:gd name="csX6" fmla="*/ 18534 w 150769"/>
                <a:gd name="csY6" fmla="*/ 98791 h 116662"/>
                <a:gd name="csX7" fmla="*/ 91 w 150769"/>
                <a:gd name="csY7" fmla="*/ 111431 h 116662"/>
                <a:gd name="csX8" fmla="*/ 91 w 150769"/>
                <a:gd name="csY8" fmla="*/ 116726 h 116662"/>
                <a:gd name="csX9" fmla="*/ 21041 w 150769"/>
                <a:gd name="csY9" fmla="*/ 116213 h 116662"/>
                <a:gd name="csX10" fmla="*/ 41991 w 150769"/>
                <a:gd name="csY10" fmla="*/ 116726 h 116662"/>
                <a:gd name="csX11" fmla="*/ 41991 w 150769"/>
                <a:gd name="csY11" fmla="*/ 111431 h 116662"/>
                <a:gd name="csX12" fmla="*/ 23548 w 150769"/>
                <a:gd name="csY12" fmla="*/ 98791 h 116662"/>
                <a:gd name="csX13" fmla="*/ 23548 w 150769"/>
                <a:gd name="csY13" fmla="*/ 6724 h 116662"/>
                <a:gd name="csX14" fmla="*/ 23727 w 150769"/>
                <a:gd name="csY14" fmla="*/ 6724 h 116662"/>
                <a:gd name="csX15" fmla="*/ 66881 w 150769"/>
                <a:gd name="csY15" fmla="*/ 112968 h 116662"/>
                <a:gd name="csX16" fmla="*/ 70462 w 150769"/>
                <a:gd name="csY16" fmla="*/ 116726 h 116662"/>
                <a:gd name="csX17" fmla="*/ 73685 w 150769"/>
                <a:gd name="csY17" fmla="*/ 113480 h 116662"/>
                <a:gd name="csX18" fmla="*/ 117734 w 150769"/>
                <a:gd name="csY18" fmla="*/ 5358 h 116662"/>
                <a:gd name="csX19" fmla="*/ 117913 w 150769"/>
                <a:gd name="csY19" fmla="*/ 5358 h 116662"/>
                <a:gd name="csX20" fmla="*/ 117913 w 150769"/>
                <a:gd name="csY20" fmla="*/ 103402 h 116662"/>
                <a:gd name="csX21" fmla="*/ 103767 w 150769"/>
                <a:gd name="csY21" fmla="*/ 111431 h 116662"/>
                <a:gd name="csX22" fmla="*/ 99470 w 150769"/>
                <a:gd name="csY22" fmla="*/ 111431 h 116662"/>
                <a:gd name="csX23" fmla="*/ 99470 w 150769"/>
                <a:gd name="csY23" fmla="*/ 116726 h 116662"/>
                <a:gd name="csX24" fmla="*/ 125255 w 150769"/>
                <a:gd name="csY24" fmla="*/ 116213 h 116662"/>
                <a:gd name="csX25" fmla="*/ 150860 w 150769"/>
                <a:gd name="csY25" fmla="*/ 116726 h 116662"/>
                <a:gd name="csX26" fmla="*/ 150860 w 150769"/>
                <a:gd name="csY26" fmla="*/ 111431 h 116662"/>
                <a:gd name="csX27" fmla="*/ 146563 w 150769"/>
                <a:gd name="csY27" fmla="*/ 111431 h 116662"/>
                <a:gd name="csX28" fmla="*/ 132417 w 150769"/>
                <a:gd name="csY28" fmla="*/ 103402 h 116662"/>
                <a:gd name="csX29" fmla="*/ 132417 w 150769"/>
                <a:gd name="csY29" fmla="*/ 13386 h 116662"/>
                <a:gd name="csX30" fmla="*/ 146563 w 150769"/>
                <a:gd name="csY30" fmla="*/ 5358 h 116662"/>
                <a:gd name="csX31" fmla="*/ 150860 w 150769"/>
                <a:gd name="csY31" fmla="*/ 5358 h 116662"/>
                <a:gd name="csX32" fmla="*/ 150860 w 150769"/>
                <a:gd name="csY32" fmla="*/ 63 h 116662"/>
                <a:gd name="csX33" fmla="*/ 120599 w 150769"/>
                <a:gd name="csY33" fmla="*/ 63 h 116662"/>
                <a:gd name="csX34" fmla="*/ 114690 w 150769"/>
                <a:gd name="csY34" fmla="*/ 3308 h 116662"/>
                <a:gd name="csX35" fmla="*/ 75476 w 150769"/>
                <a:gd name="csY35" fmla="*/ 99474 h 116662"/>
                <a:gd name="csX36" fmla="*/ 36619 w 150769"/>
                <a:gd name="csY36" fmla="*/ 3821 h 116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50769" h="116662">
                  <a:moveTo>
                    <a:pt x="36619" y="3821"/>
                  </a:moveTo>
                  <a:cubicBezTo>
                    <a:pt x="35008" y="63"/>
                    <a:pt x="34471" y="63"/>
                    <a:pt x="30352" y="63"/>
                  </a:cubicBezTo>
                  <a:lnTo>
                    <a:pt x="91" y="63"/>
                  </a:lnTo>
                  <a:lnTo>
                    <a:pt x="91" y="5358"/>
                  </a:lnTo>
                  <a:lnTo>
                    <a:pt x="4388" y="5358"/>
                  </a:lnTo>
                  <a:cubicBezTo>
                    <a:pt x="18176" y="5358"/>
                    <a:pt x="18534" y="7237"/>
                    <a:pt x="18534" y="13386"/>
                  </a:cubicBezTo>
                  <a:lnTo>
                    <a:pt x="18534" y="98791"/>
                  </a:lnTo>
                  <a:cubicBezTo>
                    <a:pt x="18534" y="103402"/>
                    <a:pt x="18534" y="111431"/>
                    <a:pt x="91" y="111431"/>
                  </a:cubicBezTo>
                  <a:lnTo>
                    <a:pt x="91" y="116726"/>
                  </a:lnTo>
                  <a:cubicBezTo>
                    <a:pt x="6358" y="116555"/>
                    <a:pt x="15132" y="116213"/>
                    <a:pt x="21041" y="116213"/>
                  </a:cubicBezTo>
                  <a:cubicBezTo>
                    <a:pt x="26950" y="116213"/>
                    <a:pt x="35724" y="116555"/>
                    <a:pt x="41991" y="116726"/>
                  </a:cubicBezTo>
                  <a:lnTo>
                    <a:pt x="41991" y="111431"/>
                  </a:lnTo>
                  <a:cubicBezTo>
                    <a:pt x="23548" y="111431"/>
                    <a:pt x="23548" y="103402"/>
                    <a:pt x="23548" y="98791"/>
                  </a:cubicBezTo>
                  <a:lnTo>
                    <a:pt x="23548" y="6724"/>
                  </a:lnTo>
                  <a:lnTo>
                    <a:pt x="23727" y="6724"/>
                  </a:lnTo>
                  <a:lnTo>
                    <a:pt x="66881" y="112968"/>
                  </a:lnTo>
                  <a:cubicBezTo>
                    <a:pt x="67776" y="115188"/>
                    <a:pt x="68671" y="116726"/>
                    <a:pt x="70462" y="116726"/>
                  </a:cubicBezTo>
                  <a:cubicBezTo>
                    <a:pt x="72432" y="116726"/>
                    <a:pt x="72969" y="115359"/>
                    <a:pt x="73685" y="113480"/>
                  </a:cubicBezTo>
                  <a:lnTo>
                    <a:pt x="117734" y="5358"/>
                  </a:lnTo>
                  <a:lnTo>
                    <a:pt x="117913" y="5358"/>
                  </a:lnTo>
                  <a:lnTo>
                    <a:pt x="117913" y="103402"/>
                  </a:lnTo>
                  <a:cubicBezTo>
                    <a:pt x="117913" y="109552"/>
                    <a:pt x="117555" y="111431"/>
                    <a:pt x="103767" y="111431"/>
                  </a:cubicBezTo>
                  <a:lnTo>
                    <a:pt x="99470" y="111431"/>
                  </a:lnTo>
                  <a:lnTo>
                    <a:pt x="99470" y="116726"/>
                  </a:lnTo>
                  <a:cubicBezTo>
                    <a:pt x="106095" y="116213"/>
                    <a:pt x="118271" y="116213"/>
                    <a:pt x="125255" y="116213"/>
                  </a:cubicBezTo>
                  <a:cubicBezTo>
                    <a:pt x="132238" y="116213"/>
                    <a:pt x="144235" y="116213"/>
                    <a:pt x="150860" y="116726"/>
                  </a:cubicBezTo>
                  <a:lnTo>
                    <a:pt x="150860" y="111431"/>
                  </a:lnTo>
                  <a:lnTo>
                    <a:pt x="146563" y="111431"/>
                  </a:lnTo>
                  <a:cubicBezTo>
                    <a:pt x="132775" y="111431"/>
                    <a:pt x="132417" y="109552"/>
                    <a:pt x="132417" y="103402"/>
                  </a:cubicBezTo>
                  <a:lnTo>
                    <a:pt x="132417" y="13386"/>
                  </a:lnTo>
                  <a:cubicBezTo>
                    <a:pt x="132417" y="7237"/>
                    <a:pt x="132775" y="5358"/>
                    <a:pt x="146563" y="5358"/>
                  </a:cubicBezTo>
                  <a:lnTo>
                    <a:pt x="150860" y="5358"/>
                  </a:lnTo>
                  <a:lnTo>
                    <a:pt x="150860" y="63"/>
                  </a:lnTo>
                  <a:lnTo>
                    <a:pt x="120599" y="63"/>
                  </a:lnTo>
                  <a:cubicBezTo>
                    <a:pt x="115944" y="63"/>
                    <a:pt x="115944" y="234"/>
                    <a:pt x="114690" y="3308"/>
                  </a:cubicBezTo>
                  <a:lnTo>
                    <a:pt x="75476" y="99474"/>
                  </a:lnTo>
                  <a:lnTo>
                    <a:pt x="36619" y="3821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F9080ED-2C7E-F32B-FEF0-6C518186E28C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700492" y="1122200"/>
            <a:ext cx="326877" cy="116663"/>
            <a:chOff x="7036559" y="2089730"/>
            <a:chExt cx="326877" cy="116663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EE7EE0A-CCE0-2275-BE5A-445A35CE835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036559" y="2089730"/>
              <a:ext cx="52675" cy="116662"/>
            </a:xfrm>
            <a:custGeom>
              <a:avLst/>
              <a:gdLst>
                <a:gd name="csX0" fmla="*/ 34100 w 52675"/>
                <a:gd name="csY0" fmla="*/ 13386 h 116662"/>
                <a:gd name="csX1" fmla="*/ 48262 w 52675"/>
                <a:gd name="csY1" fmla="*/ 5358 h 116662"/>
                <a:gd name="csX2" fmla="*/ 52752 w 52675"/>
                <a:gd name="csY2" fmla="*/ 5358 h 116662"/>
                <a:gd name="csX3" fmla="*/ 52752 w 52675"/>
                <a:gd name="csY3" fmla="*/ 63 h 116662"/>
                <a:gd name="csX4" fmla="*/ 26501 w 52675"/>
                <a:gd name="csY4" fmla="*/ 575 h 116662"/>
                <a:gd name="csX5" fmla="*/ 77 w 52675"/>
                <a:gd name="csY5" fmla="*/ 63 h 116662"/>
                <a:gd name="csX6" fmla="*/ 77 w 52675"/>
                <a:gd name="csY6" fmla="*/ 5358 h 116662"/>
                <a:gd name="csX7" fmla="*/ 4567 w 52675"/>
                <a:gd name="csY7" fmla="*/ 5358 h 116662"/>
                <a:gd name="csX8" fmla="*/ 18729 w 52675"/>
                <a:gd name="csY8" fmla="*/ 13386 h 116662"/>
                <a:gd name="csX9" fmla="*/ 18729 w 52675"/>
                <a:gd name="csY9" fmla="*/ 103402 h 116662"/>
                <a:gd name="csX10" fmla="*/ 4567 w 52675"/>
                <a:gd name="csY10" fmla="*/ 111431 h 116662"/>
                <a:gd name="csX11" fmla="*/ 77 w 52675"/>
                <a:gd name="csY11" fmla="*/ 111431 h 116662"/>
                <a:gd name="csX12" fmla="*/ 77 w 52675"/>
                <a:gd name="csY12" fmla="*/ 116726 h 116662"/>
                <a:gd name="csX13" fmla="*/ 26328 w 52675"/>
                <a:gd name="csY13" fmla="*/ 116213 h 116662"/>
                <a:gd name="csX14" fmla="*/ 52752 w 52675"/>
                <a:gd name="csY14" fmla="*/ 116726 h 116662"/>
                <a:gd name="csX15" fmla="*/ 52752 w 52675"/>
                <a:gd name="csY15" fmla="*/ 111431 h 116662"/>
                <a:gd name="csX16" fmla="*/ 48262 w 52675"/>
                <a:gd name="csY16" fmla="*/ 111431 h 116662"/>
                <a:gd name="csX17" fmla="*/ 34100 w 52675"/>
                <a:gd name="csY17" fmla="*/ 103402 h 116662"/>
                <a:gd name="csX18" fmla="*/ 34100 w 52675"/>
                <a:gd name="csY18" fmla="*/ 13386 h 116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2675" h="116662">
                  <a:moveTo>
                    <a:pt x="34100" y="13386"/>
                  </a:moveTo>
                  <a:cubicBezTo>
                    <a:pt x="34100" y="7237"/>
                    <a:pt x="34618" y="5358"/>
                    <a:pt x="48262" y="5358"/>
                  </a:cubicBezTo>
                  <a:lnTo>
                    <a:pt x="52752" y="5358"/>
                  </a:lnTo>
                  <a:lnTo>
                    <a:pt x="52752" y="63"/>
                  </a:lnTo>
                  <a:cubicBezTo>
                    <a:pt x="46708" y="575"/>
                    <a:pt x="33064" y="575"/>
                    <a:pt x="26501" y="575"/>
                  </a:cubicBezTo>
                  <a:cubicBezTo>
                    <a:pt x="19765" y="575"/>
                    <a:pt x="6121" y="575"/>
                    <a:pt x="77" y="63"/>
                  </a:cubicBezTo>
                  <a:lnTo>
                    <a:pt x="77" y="5358"/>
                  </a:lnTo>
                  <a:lnTo>
                    <a:pt x="4567" y="5358"/>
                  </a:lnTo>
                  <a:cubicBezTo>
                    <a:pt x="18211" y="5358"/>
                    <a:pt x="18729" y="7237"/>
                    <a:pt x="18729" y="13386"/>
                  </a:cubicBezTo>
                  <a:lnTo>
                    <a:pt x="18729" y="103402"/>
                  </a:lnTo>
                  <a:cubicBezTo>
                    <a:pt x="18729" y="109552"/>
                    <a:pt x="18211" y="111431"/>
                    <a:pt x="4567" y="111431"/>
                  </a:cubicBezTo>
                  <a:lnTo>
                    <a:pt x="77" y="111431"/>
                  </a:lnTo>
                  <a:lnTo>
                    <a:pt x="77" y="116726"/>
                  </a:lnTo>
                  <a:cubicBezTo>
                    <a:pt x="6121" y="116213"/>
                    <a:pt x="19765" y="116213"/>
                    <a:pt x="26328" y="116213"/>
                  </a:cubicBezTo>
                  <a:cubicBezTo>
                    <a:pt x="33064" y="116213"/>
                    <a:pt x="46708" y="116213"/>
                    <a:pt x="52752" y="116726"/>
                  </a:cubicBezTo>
                  <a:lnTo>
                    <a:pt x="52752" y="111431"/>
                  </a:lnTo>
                  <a:lnTo>
                    <a:pt x="48262" y="111431"/>
                  </a:lnTo>
                  <a:cubicBezTo>
                    <a:pt x="34618" y="111431"/>
                    <a:pt x="34100" y="109552"/>
                    <a:pt x="34100" y="103402"/>
                  </a:cubicBezTo>
                  <a:lnTo>
                    <a:pt x="34100" y="13386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F8703B6-D8E1-8E06-5F85-BCA649532CD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099789" y="2090243"/>
              <a:ext cx="106905" cy="116150"/>
            </a:xfrm>
            <a:custGeom>
              <a:avLst/>
              <a:gdLst>
                <a:gd name="csX0" fmla="*/ 17869 w 106905"/>
                <a:gd name="csY0" fmla="*/ 102890 h 116150"/>
                <a:gd name="csX1" fmla="*/ 4225 w 106905"/>
                <a:gd name="csY1" fmla="*/ 110918 h 116150"/>
                <a:gd name="csX2" fmla="*/ 80 w 106905"/>
                <a:gd name="csY2" fmla="*/ 110918 h 116150"/>
                <a:gd name="csX3" fmla="*/ 80 w 106905"/>
                <a:gd name="csY3" fmla="*/ 116213 h 116150"/>
                <a:gd name="csX4" fmla="*/ 99732 w 106905"/>
                <a:gd name="csY4" fmla="*/ 116213 h 116150"/>
                <a:gd name="csX5" fmla="*/ 106986 w 106905"/>
                <a:gd name="csY5" fmla="*/ 72144 h 116150"/>
                <a:gd name="csX6" fmla="*/ 102668 w 106905"/>
                <a:gd name="csY6" fmla="*/ 72144 h 116150"/>
                <a:gd name="csX7" fmla="*/ 64673 w 106905"/>
                <a:gd name="csY7" fmla="*/ 110918 h 116150"/>
                <a:gd name="csX8" fmla="*/ 41703 w 106905"/>
                <a:gd name="csY8" fmla="*/ 110918 h 116150"/>
                <a:gd name="csX9" fmla="*/ 33240 w 106905"/>
                <a:gd name="csY9" fmla="*/ 104086 h 116150"/>
                <a:gd name="csX10" fmla="*/ 33240 w 106905"/>
                <a:gd name="csY10" fmla="*/ 58480 h 116150"/>
                <a:gd name="csX11" fmla="*/ 48784 w 106905"/>
                <a:gd name="csY11" fmla="*/ 58480 h 116150"/>
                <a:gd name="csX12" fmla="*/ 67436 w 106905"/>
                <a:gd name="csY12" fmla="*/ 78464 h 116150"/>
                <a:gd name="csX13" fmla="*/ 71754 w 106905"/>
                <a:gd name="csY13" fmla="*/ 78464 h 116150"/>
                <a:gd name="csX14" fmla="*/ 71754 w 106905"/>
                <a:gd name="csY14" fmla="*/ 33200 h 116150"/>
                <a:gd name="csX15" fmla="*/ 67436 w 106905"/>
                <a:gd name="csY15" fmla="*/ 33200 h 116150"/>
                <a:gd name="csX16" fmla="*/ 48784 w 106905"/>
                <a:gd name="csY16" fmla="*/ 53185 h 116150"/>
                <a:gd name="csX17" fmla="*/ 33240 w 106905"/>
                <a:gd name="csY17" fmla="*/ 53185 h 116150"/>
                <a:gd name="csX18" fmla="*/ 33240 w 106905"/>
                <a:gd name="csY18" fmla="*/ 12190 h 116150"/>
                <a:gd name="csX19" fmla="*/ 41703 w 106905"/>
                <a:gd name="csY19" fmla="*/ 5358 h 116150"/>
                <a:gd name="csX20" fmla="*/ 63982 w 106905"/>
                <a:gd name="csY20" fmla="*/ 5358 h 116150"/>
                <a:gd name="csX21" fmla="*/ 97833 w 106905"/>
                <a:gd name="csY21" fmla="*/ 38495 h 116150"/>
                <a:gd name="csX22" fmla="*/ 102150 w 106905"/>
                <a:gd name="csY22" fmla="*/ 38495 h 116150"/>
                <a:gd name="csX23" fmla="*/ 97315 w 106905"/>
                <a:gd name="csY23" fmla="*/ 63 h 116150"/>
                <a:gd name="csX24" fmla="*/ 80 w 106905"/>
                <a:gd name="csY24" fmla="*/ 63 h 116150"/>
                <a:gd name="csX25" fmla="*/ 80 w 106905"/>
                <a:gd name="csY25" fmla="*/ 5358 h 116150"/>
                <a:gd name="csX26" fmla="*/ 4225 w 106905"/>
                <a:gd name="csY26" fmla="*/ 5358 h 116150"/>
                <a:gd name="csX27" fmla="*/ 17869 w 106905"/>
                <a:gd name="csY27" fmla="*/ 13386 h 116150"/>
                <a:gd name="csX28" fmla="*/ 17869 w 106905"/>
                <a:gd name="csY28" fmla="*/ 102890 h 116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06905" h="116150">
                  <a:moveTo>
                    <a:pt x="17869" y="102890"/>
                  </a:moveTo>
                  <a:cubicBezTo>
                    <a:pt x="17869" y="109039"/>
                    <a:pt x="17524" y="110918"/>
                    <a:pt x="4225" y="110918"/>
                  </a:cubicBezTo>
                  <a:lnTo>
                    <a:pt x="80" y="110918"/>
                  </a:lnTo>
                  <a:lnTo>
                    <a:pt x="80" y="116213"/>
                  </a:lnTo>
                  <a:lnTo>
                    <a:pt x="99732" y="116213"/>
                  </a:lnTo>
                  <a:lnTo>
                    <a:pt x="106986" y="72144"/>
                  </a:lnTo>
                  <a:lnTo>
                    <a:pt x="102668" y="72144"/>
                  </a:lnTo>
                  <a:cubicBezTo>
                    <a:pt x="98351" y="98449"/>
                    <a:pt x="94379" y="110918"/>
                    <a:pt x="64673" y="110918"/>
                  </a:cubicBezTo>
                  <a:lnTo>
                    <a:pt x="41703" y="110918"/>
                  </a:lnTo>
                  <a:cubicBezTo>
                    <a:pt x="33586" y="110918"/>
                    <a:pt x="33240" y="109722"/>
                    <a:pt x="33240" y="104086"/>
                  </a:cubicBezTo>
                  <a:lnTo>
                    <a:pt x="33240" y="58480"/>
                  </a:lnTo>
                  <a:lnTo>
                    <a:pt x="48784" y="58480"/>
                  </a:lnTo>
                  <a:cubicBezTo>
                    <a:pt x="65536" y="58480"/>
                    <a:pt x="67436" y="63945"/>
                    <a:pt x="67436" y="78464"/>
                  </a:cubicBezTo>
                  <a:lnTo>
                    <a:pt x="71754" y="78464"/>
                  </a:lnTo>
                  <a:lnTo>
                    <a:pt x="71754" y="33200"/>
                  </a:lnTo>
                  <a:lnTo>
                    <a:pt x="67436" y="33200"/>
                  </a:lnTo>
                  <a:cubicBezTo>
                    <a:pt x="67436" y="47889"/>
                    <a:pt x="65536" y="53185"/>
                    <a:pt x="48784" y="53185"/>
                  </a:cubicBezTo>
                  <a:lnTo>
                    <a:pt x="33240" y="53185"/>
                  </a:lnTo>
                  <a:lnTo>
                    <a:pt x="33240" y="12190"/>
                  </a:lnTo>
                  <a:cubicBezTo>
                    <a:pt x="33240" y="6554"/>
                    <a:pt x="33586" y="5358"/>
                    <a:pt x="41703" y="5358"/>
                  </a:cubicBezTo>
                  <a:lnTo>
                    <a:pt x="63982" y="5358"/>
                  </a:lnTo>
                  <a:cubicBezTo>
                    <a:pt x="90406" y="5358"/>
                    <a:pt x="95069" y="14752"/>
                    <a:pt x="97833" y="38495"/>
                  </a:cubicBezTo>
                  <a:lnTo>
                    <a:pt x="102150" y="38495"/>
                  </a:lnTo>
                  <a:lnTo>
                    <a:pt x="97315" y="63"/>
                  </a:lnTo>
                  <a:lnTo>
                    <a:pt x="80" y="63"/>
                  </a:lnTo>
                  <a:lnTo>
                    <a:pt x="80" y="5358"/>
                  </a:lnTo>
                  <a:lnTo>
                    <a:pt x="4225" y="5358"/>
                  </a:lnTo>
                  <a:cubicBezTo>
                    <a:pt x="17524" y="5358"/>
                    <a:pt x="17869" y="7237"/>
                    <a:pt x="17869" y="13386"/>
                  </a:cubicBezTo>
                  <a:lnTo>
                    <a:pt x="17869" y="102890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E08B98D-9A18-60D9-F7B9-59142CD88A8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218017" y="2089730"/>
              <a:ext cx="145419" cy="116662"/>
            </a:xfrm>
            <a:custGeom>
              <a:avLst/>
              <a:gdLst>
                <a:gd name="csX0" fmla="*/ 35319 w 145419"/>
                <a:gd name="csY0" fmla="*/ 3821 h 116662"/>
                <a:gd name="csX1" fmla="*/ 29275 w 145419"/>
                <a:gd name="csY1" fmla="*/ 63 h 116662"/>
                <a:gd name="csX2" fmla="*/ 87 w 145419"/>
                <a:gd name="csY2" fmla="*/ 63 h 116662"/>
                <a:gd name="csX3" fmla="*/ 87 w 145419"/>
                <a:gd name="csY3" fmla="*/ 5358 h 116662"/>
                <a:gd name="csX4" fmla="*/ 4232 w 145419"/>
                <a:gd name="csY4" fmla="*/ 5358 h 116662"/>
                <a:gd name="csX5" fmla="*/ 17876 w 145419"/>
                <a:gd name="csY5" fmla="*/ 13386 h 116662"/>
                <a:gd name="csX6" fmla="*/ 17876 w 145419"/>
                <a:gd name="csY6" fmla="*/ 98791 h 116662"/>
                <a:gd name="csX7" fmla="*/ 87 w 145419"/>
                <a:gd name="csY7" fmla="*/ 111431 h 116662"/>
                <a:gd name="csX8" fmla="*/ 87 w 145419"/>
                <a:gd name="csY8" fmla="*/ 116726 h 116662"/>
                <a:gd name="csX9" fmla="*/ 20294 w 145419"/>
                <a:gd name="csY9" fmla="*/ 116213 h 116662"/>
                <a:gd name="csX10" fmla="*/ 40501 w 145419"/>
                <a:gd name="csY10" fmla="*/ 116726 h 116662"/>
                <a:gd name="csX11" fmla="*/ 40501 w 145419"/>
                <a:gd name="csY11" fmla="*/ 111431 h 116662"/>
                <a:gd name="csX12" fmla="*/ 22712 w 145419"/>
                <a:gd name="csY12" fmla="*/ 98791 h 116662"/>
                <a:gd name="csX13" fmla="*/ 22712 w 145419"/>
                <a:gd name="csY13" fmla="*/ 6724 h 116662"/>
                <a:gd name="csX14" fmla="*/ 22884 w 145419"/>
                <a:gd name="csY14" fmla="*/ 6724 h 116662"/>
                <a:gd name="csX15" fmla="*/ 64507 w 145419"/>
                <a:gd name="csY15" fmla="*/ 112968 h 116662"/>
                <a:gd name="csX16" fmla="*/ 67961 w 145419"/>
                <a:gd name="csY16" fmla="*/ 116726 h 116662"/>
                <a:gd name="csX17" fmla="*/ 71070 w 145419"/>
                <a:gd name="csY17" fmla="*/ 113480 h 116662"/>
                <a:gd name="csX18" fmla="*/ 113556 w 145419"/>
                <a:gd name="csY18" fmla="*/ 5358 h 116662"/>
                <a:gd name="csX19" fmla="*/ 113729 w 145419"/>
                <a:gd name="csY19" fmla="*/ 5358 h 116662"/>
                <a:gd name="csX20" fmla="*/ 113729 w 145419"/>
                <a:gd name="csY20" fmla="*/ 103402 h 116662"/>
                <a:gd name="csX21" fmla="*/ 100085 w 145419"/>
                <a:gd name="csY21" fmla="*/ 111431 h 116662"/>
                <a:gd name="csX22" fmla="*/ 95940 w 145419"/>
                <a:gd name="csY22" fmla="*/ 111431 h 116662"/>
                <a:gd name="csX23" fmla="*/ 95940 w 145419"/>
                <a:gd name="csY23" fmla="*/ 116726 h 116662"/>
                <a:gd name="csX24" fmla="*/ 120810 w 145419"/>
                <a:gd name="csY24" fmla="*/ 116213 h 116662"/>
                <a:gd name="csX25" fmla="*/ 145507 w 145419"/>
                <a:gd name="csY25" fmla="*/ 116726 h 116662"/>
                <a:gd name="csX26" fmla="*/ 145507 w 145419"/>
                <a:gd name="csY26" fmla="*/ 111431 h 116662"/>
                <a:gd name="csX27" fmla="*/ 141362 w 145419"/>
                <a:gd name="csY27" fmla="*/ 111431 h 116662"/>
                <a:gd name="csX28" fmla="*/ 127718 w 145419"/>
                <a:gd name="csY28" fmla="*/ 103402 h 116662"/>
                <a:gd name="csX29" fmla="*/ 127718 w 145419"/>
                <a:gd name="csY29" fmla="*/ 13386 h 116662"/>
                <a:gd name="csX30" fmla="*/ 141362 w 145419"/>
                <a:gd name="csY30" fmla="*/ 5358 h 116662"/>
                <a:gd name="csX31" fmla="*/ 145507 w 145419"/>
                <a:gd name="csY31" fmla="*/ 5358 h 116662"/>
                <a:gd name="csX32" fmla="*/ 145507 w 145419"/>
                <a:gd name="csY32" fmla="*/ 63 h 116662"/>
                <a:gd name="csX33" fmla="*/ 116319 w 145419"/>
                <a:gd name="csY33" fmla="*/ 63 h 116662"/>
                <a:gd name="csX34" fmla="*/ 110620 w 145419"/>
                <a:gd name="csY34" fmla="*/ 3308 h 116662"/>
                <a:gd name="csX35" fmla="*/ 72797 w 145419"/>
                <a:gd name="csY35" fmla="*/ 99474 h 116662"/>
                <a:gd name="csX36" fmla="*/ 35319 w 145419"/>
                <a:gd name="csY36" fmla="*/ 3821 h 1166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145419" h="116662">
                  <a:moveTo>
                    <a:pt x="35319" y="3821"/>
                  </a:moveTo>
                  <a:cubicBezTo>
                    <a:pt x="33765" y="63"/>
                    <a:pt x="33247" y="63"/>
                    <a:pt x="29275" y="63"/>
                  </a:cubicBezTo>
                  <a:lnTo>
                    <a:pt x="87" y="63"/>
                  </a:lnTo>
                  <a:lnTo>
                    <a:pt x="87" y="5358"/>
                  </a:lnTo>
                  <a:lnTo>
                    <a:pt x="4232" y="5358"/>
                  </a:lnTo>
                  <a:cubicBezTo>
                    <a:pt x="17531" y="5358"/>
                    <a:pt x="17876" y="7237"/>
                    <a:pt x="17876" y="13386"/>
                  </a:cubicBezTo>
                  <a:lnTo>
                    <a:pt x="17876" y="98791"/>
                  </a:lnTo>
                  <a:cubicBezTo>
                    <a:pt x="17876" y="103402"/>
                    <a:pt x="17876" y="111431"/>
                    <a:pt x="87" y="111431"/>
                  </a:cubicBezTo>
                  <a:lnTo>
                    <a:pt x="87" y="116726"/>
                  </a:lnTo>
                  <a:cubicBezTo>
                    <a:pt x="6132" y="116555"/>
                    <a:pt x="14594" y="116213"/>
                    <a:pt x="20294" y="116213"/>
                  </a:cubicBezTo>
                  <a:cubicBezTo>
                    <a:pt x="25993" y="116213"/>
                    <a:pt x="34456" y="116555"/>
                    <a:pt x="40501" y="116726"/>
                  </a:cubicBezTo>
                  <a:lnTo>
                    <a:pt x="40501" y="111431"/>
                  </a:lnTo>
                  <a:cubicBezTo>
                    <a:pt x="22712" y="111431"/>
                    <a:pt x="22712" y="103402"/>
                    <a:pt x="22712" y="98791"/>
                  </a:cubicBezTo>
                  <a:lnTo>
                    <a:pt x="22712" y="6724"/>
                  </a:lnTo>
                  <a:lnTo>
                    <a:pt x="22884" y="6724"/>
                  </a:lnTo>
                  <a:lnTo>
                    <a:pt x="64507" y="112968"/>
                  </a:lnTo>
                  <a:cubicBezTo>
                    <a:pt x="65370" y="115188"/>
                    <a:pt x="66234" y="116726"/>
                    <a:pt x="67961" y="116726"/>
                  </a:cubicBezTo>
                  <a:cubicBezTo>
                    <a:pt x="69861" y="116726"/>
                    <a:pt x="70379" y="115359"/>
                    <a:pt x="71070" y="113480"/>
                  </a:cubicBezTo>
                  <a:lnTo>
                    <a:pt x="113556" y="5358"/>
                  </a:lnTo>
                  <a:lnTo>
                    <a:pt x="113729" y="5358"/>
                  </a:lnTo>
                  <a:lnTo>
                    <a:pt x="113729" y="103402"/>
                  </a:lnTo>
                  <a:cubicBezTo>
                    <a:pt x="113729" y="109552"/>
                    <a:pt x="113383" y="111431"/>
                    <a:pt x="100085" y="111431"/>
                  </a:cubicBezTo>
                  <a:lnTo>
                    <a:pt x="95940" y="111431"/>
                  </a:lnTo>
                  <a:lnTo>
                    <a:pt x="95940" y="116726"/>
                  </a:lnTo>
                  <a:cubicBezTo>
                    <a:pt x="102330" y="116213"/>
                    <a:pt x="114074" y="116213"/>
                    <a:pt x="120810" y="116213"/>
                  </a:cubicBezTo>
                  <a:cubicBezTo>
                    <a:pt x="127545" y="116213"/>
                    <a:pt x="139117" y="116213"/>
                    <a:pt x="145507" y="116726"/>
                  </a:cubicBezTo>
                  <a:lnTo>
                    <a:pt x="145507" y="111431"/>
                  </a:lnTo>
                  <a:lnTo>
                    <a:pt x="141362" y="111431"/>
                  </a:lnTo>
                  <a:cubicBezTo>
                    <a:pt x="128063" y="111431"/>
                    <a:pt x="127718" y="109552"/>
                    <a:pt x="127718" y="103402"/>
                  </a:cubicBezTo>
                  <a:lnTo>
                    <a:pt x="127718" y="13386"/>
                  </a:lnTo>
                  <a:cubicBezTo>
                    <a:pt x="127718" y="7237"/>
                    <a:pt x="128063" y="5358"/>
                    <a:pt x="141362" y="5358"/>
                  </a:cubicBezTo>
                  <a:lnTo>
                    <a:pt x="145507" y="5358"/>
                  </a:lnTo>
                  <a:lnTo>
                    <a:pt x="145507" y="63"/>
                  </a:lnTo>
                  <a:lnTo>
                    <a:pt x="116319" y="63"/>
                  </a:lnTo>
                  <a:cubicBezTo>
                    <a:pt x="111829" y="63"/>
                    <a:pt x="111829" y="234"/>
                    <a:pt x="110620" y="3308"/>
                  </a:cubicBezTo>
                  <a:lnTo>
                    <a:pt x="72797" y="99474"/>
                  </a:lnTo>
                  <a:lnTo>
                    <a:pt x="35319" y="3821"/>
                  </a:lnTo>
                  <a:close/>
                </a:path>
              </a:pathLst>
            </a:custGeom>
            <a:solidFill>
              <a:srgbClr val="000000"/>
            </a:solidFill>
            <a:ln w="190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Graphic 147">
            <a:extLst>
              <a:ext uri="{FF2B5EF4-FFF2-40B4-BE49-F238E27FC236}">
                <a16:creationId xmlns:a16="http://schemas.microsoft.com/office/drawing/2014/main" id="{94AF2B06-B6B7-C962-3876-96FC0FCF7DF0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6348192" y="1579400"/>
            <a:ext cx="149148" cy="116662"/>
          </a:xfrm>
          <a:custGeom>
            <a:avLst/>
            <a:gdLst>
              <a:gd name="csX0" fmla="*/ 36212 w 149148"/>
              <a:gd name="csY0" fmla="*/ 3821 h 116662"/>
              <a:gd name="csX1" fmla="*/ 30013 w 149148"/>
              <a:gd name="csY1" fmla="*/ 63 h 116662"/>
              <a:gd name="csX2" fmla="*/ 77 w 149148"/>
              <a:gd name="csY2" fmla="*/ 63 h 116662"/>
              <a:gd name="csX3" fmla="*/ 77 w 149148"/>
              <a:gd name="csY3" fmla="*/ 5358 h 116662"/>
              <a:gd name="csX4" fmla="*/ 4328 w 149148"/>
              <a:gd name="csY4" fmla="*/ 5358 h 116662"/>
              <a:gd name="csX5" fmla="*/ 18322 w 149148"/>
              <a:gd name="csY5" fmla="*/ 13386 h 116662"/>
              <a:gd name="csX6" fmla="*/ 18322 w 149148"/>
              <a:gd name="csY6" fmla="*/ 98791 h 116662"/>
              <a:gd name="csX7" fmla="*/ 77 w 149148"/>
              <a:gd name="csY7" fmla="*/ 111431 h 116662"/>
              <a:gd name="csX8" fmla="*/ 77 w 149148"/>
              <a:gd name="csY8" fmla="*/ 116726 h 116662"/>
              <a:gd name="csX9" fmla="*/ 20802 w 149148"/>
              <a:gd name="csY9" fmla="*/ 116213 h 116662"/>
              <a:gd name="csX10" fmla="*/ 41526 w 149148"/>
              <a:gd name="csY10" fmla="*/ 116726 h 116662"/>
              <a:gd name="csX11" fmla="*/ 41526 w 149148"/>
              <a:gd name="csY11" fmla="*/ 111431 h 116662"/>
              <a:gd name="csX12" fmla="*/ 23281 w 149148"/>
              <a:gd name="csY12" fmla="*/ 98791 h 116662"/>
              <a:gd name="csX13" fmla="*/ 23281 w 149148"/>
              <a:gd name="csY13" fmla="*/ 6724 h 116662"/>
              <a:gd name="csX14" fmla="*/ 23459 w 149148"/>
              <a:gd name="csY14" fmla="*/ 6724 h 116662"/>
              <a:gd name="csX15" fmla="*/ 66148 w 149148"/>
              <a:gd name="csY15" fmla="*/ 112968 h 116662"/>
              <a:gd name="csX16" fmla="*/ 69691 w 149148"/>
              <a:gd name="csY16" fmla="*/ 116726 h 116662"/>
              <a:gd name="csX17" fmla="*/ 72880 w 149148"/>
              <a:gd name="csY17" fmla="*/ 113480 h 116662"/>
              <a:gd name="csX18" fmla="*/ 116455 w 149148"/>
              <a:gd name="csY18" fmla="*/ 5358 h 116662"/>
              <a:gd name="csX19" fmla="*/ 116632 w 149148"/>
              <a:gd name="csY19" fmla="*/ 5358 h 116662"/>
              <a:gd name="csX20" fmla="*/ 116632 w 149148"/>
              <a:gd name="csY20" fmla="*/ 103402 h 116662"/>
              <a:gd name="csX21" fmla="*/ 102638 w 149148"/>
              <a:gd name="csY21" fmla="*/ 111431 h 116662"/>
              <a:gd name="csX22" fmla="*/ 98387 w 149148"/>
              <a:gd name="csY22" fmla="*/ 111431 h 116662"/>
              <a:gd name="csX23" fmla="*/ 98387 w 149148"/>
              <a:gd name="csY23" fmla="*/ 116726 h 116662"/>
              <a:gd name="csX24" fmla="*/ 123895 w 149148"/>
              <a:gd name="csY24" fmla="*/ 116213 h 116662"/>
              <a:gd name="csX25" fmla="*/ 149225 w 149148"/>
              <a:gd name="csY25" fmla="*/ 116726 h 116662"/>
              <a:gd name="csX26" fmla="*/ 149225 w 149148"/>
              <a:gd name="csY26" fmla="*/ 111431 h 116662"/>
              <a:gd name="csX27" fmla="*/ 144974 w 149148"/>
              <a:gd name="csY27" fmla="*/ 111431 h 116662"/>
              <a:gd name="csX28" fmla="*/ 130980 w 149148"/>
              <a:gd name="csY28" fmla="*/ 103402 h 116662"/>
              <a:gd name="csX29" fmla="*/ 130980 w 149148"/>
              <a:gd name="csY29" fmla="*/ 13386 h 116662"/>
              <a:gd name="csX30" fmla="*/ 144974 w 149148"/>
              <a:gd name="csY30" fmla="*/ 5358 h 116662"/>
              <a:gd name="csX31" fmla="*/ 149225 w 149148"/>
              <a:gd name="csY31" fmla="*/ 5358 h 116662"/>
              <a:gd name="csX32" fmla="*/ 149225 w 149148"/>
              <a:gd name="csY32" fmla="*/ 63 h 116662"/>
              <a:gd name="csX33" fmla="*/ 119289 w 149148"/>
              <a:gd name="csY33" fmla="*/ 63 h 116662"/>
              <a:gd name="csX34" fmla="*/ 113444 w 149148"/>
              <a:gd name="csY34" fmla="*/ 3308 h 116662"/>
              <a:gd name="csX35" fmla="*/ 74651 w 149148"/>
              <a:gd name="csY35" fmla="*/ 99474 h 116662"/>
              <a:gd name="csX36" fmla="*/ 36212 w 149148"/>
              <a:gd name="csY36" fmla="*/ 3821 h 1166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149148" h="116662">
                <a:moveTo>
                  <a:pt x="36212" y="3821"/>
                </a:moveTo>
                <a:cubicBezTo>
                  <a:pt x="34618" y="63"/>
                  <a:pt x="34087" y="63"/>
                  <a:pt x="30013" y="63"/>
                </a:cubicBezTo>
                <a:lnTo>
                  <a:pt x="77" y="63"/>
                </a:lnTo>
                <a:lnTo>
                  <a:pt x="77" y="5358"/>
                </a:lnTo>
                <a:lnTo>
                  <a:pt x="4328" y="5358"/>
                </a:lnTo>
                <a:cubicBezTo>
                  <a:pt x="17967" y="5358"/>
                  <a:pt x="18322" y="7237"/>
                  <a:pt x="18322" y="13386"/>
                </a:cubicBezTo>
                <a:lnTo>
                  <a:pt x="18322" y="98791"/>
                </a:lnTo>
                <a:cubicBezTo>
                  <a:pt x="18322" y="103402"/>
                  <a:pt x="18322" y="111431"/>
                  <a:pt x="77" y="111431"/>
                </a:cubicBezTo>
                <a:lnTo>
                  <a:pt x="77" y="116726"/>
                </a:lnTo>
                <a:cubicBezTo>
                  <a:pt x="6276" y="116555"/>
                  <a:pt x="14956" y="116213"/>
                  <a:pt x="20802" y="116213"/>
                </a:cubicBezTo>
                <a:cubicBezTo>
                  <a:pt x="26647" y="116213"/>
                  <a:pt x="35327" y="116555"/>
                  <a:pt x="41526" y="116726"/>
                </a:cubicBezTo>
                <a:lnTo>
                  <a:pt x="41526" y="111431"/>
                </a:lnTo>
                <a:cubicBezTo>
                  <a:pt x="23281" y="111431"/>
                  <a:pt x="23281" y="103402"/>
                  <a:pt x="23281" y="98791"/>
                </a:cubicBezTo>
                <a:lnTo>
                  <a:pt x="23281" y="6724"/>
                </a:lnTo>
                <a:lnTo>
                  <a:pt x="23459" y="6724"/>
                </a:lnTo>
                <a:lnTo>
                  <a:pt x="66148" y="112968"/>
                </a:lnTo>
                <a:cubicBezTo>
                  <a:pt x="67034" y="115188"/>
                  <a:pt x="67920" y="116726"/>
                  <a:pt x="69691" y="116726"/>
                </a:cubicBezTo>
                <a:cubicBezTo>
                  <a:pt x="71640" y="116726"/>
                  <a:pt x="72171" y="115359"/>
                  <a:pt x="72880" y="113480"/>
                </a:cubicBezTo>
                <a:lnTo>
                  <a:pt x="116455" y="5358"/>
                </a:lnTo>
                <a:lnTo>
                  <a:pt x="116632" y="5358"/>
                </a:lnTo>
                <a:lnTo>
                  <a:pt x="116632" y="103402"/>
                </a:lnTo>
                <a:cubicBezTo>
                  <a:pt x="116632" y="109552"/>
                  <a:pt x="116278" y="111431"/>
                  <a:pt x="102638" y="111431"/>
                </a:cubicBezTo>
                <a:lnTo>
                  <a:pt x="98387" y="111431"/>
                </a:lnTo>
                <a:lnTo>
                  <a:pt x="98387" y="116726"/>
                </a:lnTo>
                <a:cubicBezTo>
                  <a:pt x="104941" y="116213"/>
                  <a:pt x="116986" y="116213"/>
                  <a:pt x="123895" y="116213"/>
                </a:cubicBezTo>
                <a:cubicBezTo>
                  <a:pt x="130803" y="116213"/>
                  <a:pt x="142671" y="116213"/>
                  <a:pt x="149225" y="116726"/>
                </a:cubicBezTo>
                <a:lnTo>
                  <a:pt x="149225" y="111431"/>
                </a:lnTo>
                <a:lnTo>
                  <a:pt x="144974" y="111431"/>
                </a:lnTo>
                <a:cubicBezTo>
                  <a:pt x="131334" y="111431"/>
                  <a:pt x="130980" y="109552"/>
                  <a:pt x="130980" y="103402"/>
                </a:cubicBezTo>
                <a:lnTo>
                  <a:pt x="130980" y="13386"/>
                </a:lnTo>
                <a:cubicBezTo>
                  <a:pt x="130980" y="7237"/>
                  <a:pt x="131334" y="5358"/>
                  <a:pt x="144974" y="5358"/>
                </a:cubicBezTo>
                <a:lnTo>
                  <a:pt x="149225" y="5358"/>
                </a:lnTo>
                <a:lnTo>
                  <a:pt x="149225" y="63"/>
                </a:lnTo>
                <a:lnTo>
                  <a:pt x="119289" y="63"/>
                </a:lnTo>
                <a:cubicBezTo>
                  <a:pt x="114684" y="63"/>
                  <a:pt x="114684" y="234"/>
                  <a:pt x="113444" y="3308"/>
                </a:cubicBezTo>
                <a:lnTo>
                  <a:pt x="74651" y="99474"/>
                </a:lnTo>
                <a:lnTo>
                  <a:pt x="36212" y="3821"/>
                </a:lnTo>
                <a:close/>
              </a:path>
            </a:pathLst>
          </a:custGeom>
          <a:solidFill>
            <a:srgbClr val="000000"/>
          </a:solidFill>
          <a:ln w="1905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\documentclass{article}&#10;\usepackage{amsmath}&#10;\pagestyle{empty}&#10;\begin{document}&#10;&#10;IWF&#10;&#10;&#10;\end{document}" title="IguanaTex Bitmap Display">
            <a:extLst>
              <a:ext uri="{FF2B5EF4-FFF2-40B4-BE49-F238E27FC236}">
                <a16:creationId xmlns:a16="http://schemas.microsoft.com/office/drawing/2014/main" id="{5970E11A-5DC4-E0AD-091E-E901DBDEC20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942" y="372970"/>
            <a:ext cx="352093" cy="124833"/>
          </a:xfrm>
          <a:prstGeom prst="rect">
            <a:avLst/>
          </a:prstGeom>
        </p:spPr>
      </p:pic>
      <p:pic>
        <p:nvPicPr>
          <p:cNvPr id="10" name="Picture 9" descr="\documentclass{article}&#10;\usepackage{amsmath}&#10;\pagestyle{empty}&#10;\begin{document}&#10;&#10;WF&#10;&#10;&#10;\end{document}" title="IguanaTex Bitmap Display">
            <a:extLst>
              <a:ext uri="{FF2B5EF4-FFF2-40B4-BE49-F238E27FC236}">
                <a16:creationId xmlns:a16="http://schemas.microsoft.com/office/drawing/2014/main" id="{212B31A7-0CA4-03E9-2B60-C5FFB5C5E03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857" y="685168"/>
            <a:ext cx="288076" cy="124833"/>
          </a:xfrm>
          <a:prstGeom prst="rect">
            <a:avLst/>
          </a:prstGeom>
        </p:spPr>
      </p:pic>
      <p:pic>
        <p:nvPicPr>
          <p:cNvPr id="15" name="Picture 14" descr="\documentclass{article}&#10;\usepackage{amsmath}&#10;\pagestyle{empty}&#10;\begin{document}&#10;&#10;B&#10;&#10;&#10;\end{document}" title="IguanaTex Bitmap Display">
            <a:extLst>
              <a:ext uri="{FF2B5EF4-FFF2-40B4-BE49-F238E27FC236}">
                <a16:creationId xmlns:a16="http://schemas.microsoft.com/office/drawing/2014/main" id="{50F17C48-9CBA-2F4A-CC43-67C7CD9E14E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947" y="1872240"/>
            <a:ext cx="109896" cy="12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620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2779"/>
  <p:tag name="ORIGINALWIDTH" val=" 23.06805"/>
  <p:tag name="OUTPUTTYPE" val="SVG"/>
  <p:tag name="IGUANATEXVERSION" val="162"/>
  <p:tag name="LATEXADDIN" val="\documentclass{article}&#10;\usepackage{amsmath}&#10;\pagestyle{empty}&#10;\begin{document}&#10;&#10;VEM&#10;&#10;\end{document}"/>
  <p:tag name="IGUANATEXSIZE" val="14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1473"/>
  <p:tag name="ORIGINALWIDTH" val=" 18.38453"/>
  <p:tag name="OUTPUTTYPE" val="SVG"/>
  <p:tag name="IGUANATEXVERSION" val="162"/>
  <p:tag name="LATEXADDIN" val="\documentclass{article}&#10;\usepackage{amsmath}&#10;\pagestyle{empty}&#10;\begin{document}&#10;&#10;IEM&#10;&#10;\end{document}"/>
  <p:tag name="IGUANATEXSIZE" val="14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1418"/>
  <p:tag name="ORIGINALWIDTH" val=" 8.388526"/>
  <p:tag name="OUTPUTTYPE" val="SVG"/>
  <p:tag name="IGUANATEXVERSION" val="162"/>
  <p:tag name="LATEXADDIN" val="\documentclass{article}&#10;\usepackage{amsmath}&#10;\pagestyle{empty}&#10;\begin{document}&#10;&#10;M&#10;&#10;\end{document}"/>
  <p:tag name="IGUANATEXSIZE" val="14"/>
  <p:tag name="IGUANATEXCURSOR" val="8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247.5346"/>
  <p:tag name="LATEXADDIN" val="\documentclass{article}&#10;\usepackage{amsmath}&#10;\pagestyle{empty}&#10;\begin{document}&#10;&#10;IWF&#10;&#10;&#10;\end{document}"/>
  <p:tag name="IGUANATEXSIZE" val="14"/>
  <p:tag name="IGUANATEXCURSOR" val="84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6228"/>
  <p:tag name="ORIGINALWIDTH" val="202.5283"/>
  <p:tag name="LATEXADDIN" val="\documentclass{article}&#10;\usepackage{amsmath}&#10;\pagestyle{empty}&#10;\begin{document}&#10;&#10;WF&#10;&#10;&#10;\end{document}"/>
  <p:tag name="IGUANATEXSIZE" val="14"/>
  <p:tag name="IGUANATEXCURSOR" val="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6181"/>
  <p:tag name="ORIGINALWIDTH" val="77.26079"/>
  <p:tag name="LATEXADDIN" val="\documentclass{article}&#10;\usepackage{amsmath}&#10;\pagestyle{empty}&#10;\begin{document}&#10;&#10;B&#10;&#10;&#10;\end{document}"/>
  <p:tag name="IGUANATEXSIZE" val="14"/>
  <p:tag name="IGUANATEXCURSOR" val="82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1418"/>
  <p:tag name="ORIGINALWIDTH" val=" 2.962599"/>
  <p:tag name="LATEXADDIN" val="\documentclass{article}&#10;\usepackage{amsmath}&#10;\pagestyle{empty}&#10;\begin{document}&#10;&#10;IEM&#10;&#10;\end{document}"/>
  <p:tag name="IGUANATEXSIZE" val="14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32621"/>
  <p:tag name="ORIGINALWIDTH" val=" 6.012655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1418"/>
  <p:tag name="ORIGINALWIDTH" val=" 8.178796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772779"/>
  <p:tag name="ORIGINALWIDTH" val=" 7.160405"/>
  <p:tag name="LATEXADDIN" val="\documentclass{article}&#10;\usepackage{amsmath}&#10;\pagestyle{empty}&#10;\begin{document}&#10;&#10;VEM&#10;&#10;\end{document}"/>
  <p:tag name="IGUANATEXSIZE" val="14"/>
  <p:tag name="IGUANATEXCURSOR" val="84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1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32621"/>
  <p:tag name="ORIGINALWIDTH" val=" 6.233859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61418"/>
  <p:tag name="ORIGINALWIDTH" val=" 8.479696"/>
  <p:tag name="EMFCHILD" val="Tru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8327</TotalTime>
  <Words>20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Van Duc</dc:creator>
  <cp:lastModifiedBy>Nguyen, Van Duc</cp:lastModifiedBy>
  <cp:revision>25</cp:revision>
  <dcterms:created xsi:type="dcterms:W3CDTF">2026-04-19T22:15:16Z</dcterms:created>
  <dcterms:modified xsi:type="dcterms:W3CDTF">2026-10-27T20:05:28Z</dcterms:modified>
</cp:coreProperties>
</file>
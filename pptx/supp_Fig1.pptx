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3565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1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3525"/>
            <a:ext cx="9144000" cy="1241331"/>
          </a:xfrm>
        </p:spPr>
        <p:txBody>
          <a:bodyPr anchor="b"/>
          <a:lstStyle>
            <a:lvl1pPr algn="ctr">
              <a:defRPr sz="3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2726"/>
            <a:ext cx="9144000" cy="860843"/>
          </a:xfrm>
        </p:spPr>
        <p:txBody>
          <a:bodyPr/>
          <a:lstStyle>
            <a:lvl1pPr marL="0" indent="0" algn="ctr">
              <a:buNone/>
              <a:defRPr sz="1248"/>
            </a:lvl1pPr>
            <a:lvl2pPr marL="237698" indent="0" algn="ctr">
              <a:buNone/>
              <a:defRPr sz="1040"/>
            </a:lvl2pPr>
            <a:lvl3pPr marL="475397" indent="0" algn="ctr">
              <a:buNone/>
              <a:defRPr sz="936"/>
            </a:lvl3pPr>
            <a:lvl4pPr marL="713095" indent="0" algn="ctr">
              <a:buNone/>
              <a:defRPr sz="832"/>
            </a:lvl4pPr>
            <a:lvl5pPr marL="950793" indent="0" algn="ctr">
              <a:buNone/>
              <a:defRPr sz="832"/>
            </a:lvl5pPr>
            <a:lvl6pPr marL="1188491" indent="0" algn="ctr">
              <a:buNone/>
              <a:defRPr sz="832"/>
            </a:lvl6pPr>
            <a:lvl7pPr marL="1426190" indent="0" algn="ctr">
              <a:buNone/>
              <a:defRPr sz="832"/>
            </a:lvl7pPr>
            <a:lvl8pPr marL="1663888" indent="0" algn="ctr">
              <a:buNone/>
              <a:defRPr sz="832"/>
            </a:lvl8pPr>
            <a:lvl9pPr marL="1901586" indent="0" algn="ctr">
              <a:buNone/>
              <a:defRPr sz="8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4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88906"/>
            <a:ext cx="10515600" cy="1483159"/>
          </a:xfrm>
        </p:spPr>
        <p:txBody>
          <a:bodyPr anchor="b"/>
          <a:lstStyle>
            <a:lvl1pPr>
              <a:defRPr sz="31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386096"/>
            <a:ext cx="10515600" cy="779958"/>
          </a:xfrm>
        </p:spPr>
        <p:txBody>
          <a:bodyPr/>
          <a:lstStyle>
            <a:lvl1pPr marL="0" indent="0">
              <a:buNone/>
              <a:defRPr sz="1248">
                <a:solidFill>
                  <a:schemeClr val="tx1">
                    <a:tint val="82000"/>
                  </a:schemeClr>
                </a:solidFill>
              </a:defRPr>
            </a:lvl1pPr>
            <a:lvl2pPr marL="237698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2pPr>
            <a:lvl3pPr marL="475397" indent="0">
              <a:buNone/>
              <a:defRPr sz="936">
                <a:solidFill>
                  <a:schemeClr val="tx1">
                    <a:tint val="82000"/>
                  </a:schemeClr>
                </a:solidFill>
              </a:defRPr>
            </a:lvl3pPr>
            <a:lvl4pPr marL="713095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4pPr>
            <a:lvl5pPr marL="950793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5pPr>
            <a:lvl6pPr marL="1188491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6pPr>
            <a:lvl7pPr marL="1426190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7pPr>
            <a:lvl8pPr marL="1663888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8pPr>
            <a:lvl9pPr marL="1901586" indent="0">
              <a:buNone/>
              <a:defRPr sz="8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49156"/>
            <a:ext cx="5181600" cy="2262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49156"/>
            <a:ext cx="5181600" cy="2262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7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89831"/>
            <a:ext cx="10515600" cy="6891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74049"/>
            <a:ext cx="5157787" cy="428358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698" indent="0">
              <a:buNone/>
              <a:defRPr sz="1040" b="1"/>
            </a:lvl2pPr>
            <a:lvl3pPr marL="475397" indent="0">
              <a:buNone/>
              <a:defRPr sz="936" b="1"/>
            </a:lvl3pPr>
            <a:lvl4pPr marL="713095" indent="0">
              <a:buNone/>
              <a:defRPr sz="832" b="1"/>
            </a:lvl4pPr>
            <a:lvl5pPr marL="950793" indent="0">
              <a:buNone/>
              <a:defRPr sz="832" b="1"/>
            </a:lvl5pPr>
            <a:lvl6pPr marL="1188491" indent="0">
              <a:buNone/>
              <a:defRPr sz="832" b="1"/>
            </a:lvl6pPr>
            <a:lvl7pPr marL="1426190" indent="0">
              <a:buNone/>
              <a:defRPr sz="832" b="1"/>
            </a:lvl7pPr>
            <a:lvl8pPr marL="1663888" indent="0">
              <a:buNone/>
              <a:defRPr sz="832" b="1"/>
            </a:lvl8pPr>
            <a:lvl9pPr marL="1901586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02407"/>
            <a:ext cx="5157787" cy="1915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74049"/>
            <a:ext cx="5183188" cy="428358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698" indent="0">
              <a:buNone/>
              <a:defRPr sz="1040" b="1"/>
            </a:lvl2pPr>
            <a:lvl3pPr marL="475397" indent="0">
              <a:buNone/>
              <a:defRPr sz="936" b="1"/>
            </a:lvl3pPr>
            <a:lvl4pPr marL="713095" indent="0">
              <a:buNone/>
              <a:defRPr sz="832" b="1"/>
            </a:lvl4pPr>
            <a:lvl5pPr marL="950793" indent="0">
              <a:buNone/>
              <a:defRPr sz="832" b="1"/>
            </a:lvl5pPr>
            <a:lvl6pPr marL="1188491" indent="0">
              <a:buNone/>
              <a:defRPr sz="832" b="1"/>
            </a:lvl6pPr>
            <a:lvl7pPr marL="1426190" indent="0">
              <a:buNone/>
              <a:defRPr sz="832" b="1"/>
            </a:lvl7pPr>
            <a:lvl8pPr marL="1663888" indent="0">
              <a:buNone/>
              <a:defRPr sz="832" b="1"/>
            </a:lvl8pPr>
            <a:lvl9pPr marL="1901586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02407"/>
            <a:ext cx="5183188" cy="1915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9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7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37702"/>
            <a:ext cx="3932237" cy="831956"/>
          </a:xfrm>
        </p:spPr>
        <p:txBody>
          <a:bodyPr anchor="b"/>
          <a:lstStyle>
            <a:lvl1pPr>
              <a:defRPr sz="1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3370"/>
            <a:ext cx="6172200" cy="2533834"/>
          </a:xfrm>
        </p:spPr>
        <p:txBody>
          <a:bodyPr/>
          <a:lstStyle>
            <a:lvl1pPr>
              <a:defRPr sz="1664"/>
            </a:lvl1pPr>
            <a:lvl2pPr>
              <a:defRPr sz="1456"/>
            </a:lvl2pPr>
            <a:lvl3pPr>
              <a:defRPr sz="1248"/>
            </a:lvl3pPr>
            <a:lvl4pPr>
              <a:defRPr sz="1040"/>
            </a:lvl4pPr>
            <a:lvl5pPr>
              <a:defRPr sz="1040"/>
            </a:lvl5pPr>
            <a:lvl6pPr>
              <a:defRPr sz="1040"/>
            </a:lvl6pPr>
            <a:lvl7pPr>
              <a:defRPr sz="1040"/>
            </a:lvl7pPr>
            <a:lvl8pPr>
              <a:defRPr sz="1040"/>
            </a:lvl8pPr>
            <a:lvl9pPr>
              <a:defRPr sz="10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69657"/>
            <a:ext cx="3932237" cy="1981673"/>
          </a:xfrm>
        </p:spPr>
        <p:txBody>
          <a:bodyPr/>
          <a:lstStyle>
            <a:lvl1pPr marL="0" indent="0">
              <a:buNone/>
              <a:defRPr sz="832"/>
            </a:lvl1pPr>
            <a:lvl2pPr marL="237698" indent="0">
              <a:buNone/>
              <a:defRPr sz="728"/>
            </a:lvl2pPr>
            <a:lvl3pPr marL="475397" indent="0">
              <a:buNone/>
              <a:defRPr sz="624"/>
            </a:lvl3pPr>
            <a:lvl4pPr marL="713095" indent="0">
              <a:buNone/>
              <a:defRPr sz="520"/>
            </a:lvl4pPr>
            <a:lvl5pPr marL="950793" indent="0">
              <a:buNone/>
              <a:defRPr sz="520"/>
            </a:lvl5pPr>
            <a:lvl6pPr marL="1188491" indent="0">
              <a:buNone/>
              <a:defRPr sz="520"/>
            </a:lvl6pPr>
            <a:lvl7pPr marL="1426190" indent="0">
              <a:buNone/>
              <a:defRPr sz="520"/>
            </a:lvl7pPr>
            <a:lvl8pPr marL="1663888" indent="0">
              <a:buNone/>
              <a:defRPr sz="520"/>
            </a:lvl8pPr>
            <a:lvl9pPr marL="1901586" indent="0">
              <a:buNone/>
              <a:defRPr sz="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37702"/>
            <a:ext cx="3932237" cy="831956"/>
          </a:xfrm>
        </p:spPr>
        <p:txBody>
          <a:bodyPr anchor="b"/>
          <a:lstStyle>
            <a:lvl1pPr>
              <a:defRPr sz="16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3370"/>
            <a:ext cx="6172200" cy="2533834"/>
          </a:xfrm>
        </p:spPr>
        <p:txBody>
          <a:bodyPr anchor="t"/>
          <a:lstStyle>
            <a:lvl1pPr marL="0" indent="0">
              <a:buNone/>
              <a:defRPr sz="1664"/>
            </a:lvl1pPr>
            <a:lvl2pPr marL="237698" indent="0">
              <a:buNone/>
              <a:defRPr sz="1456"/>
            </a:lvl2pPr>
            <a:lvl3pPr marL="475397" indent="0">
              <a:buNone/>
              <a:defRPr sz="1248"/>
            </a:lvl3pPr>
            <a:lvl4pPr marL="713095" indent="0">
              <a:buNone/>
              <a:defRPr sz="1040"/>
            </a:lvl4pPr>
            <a:lvl5pPr marL="950793" indent="0">
              <a:buNone/>
              <a:defRPr sz="1040"/>
            </a:lvl5pPr>
            <a:lvl6pPr marL="1188491" indent="0">
              <a:buNone/>
              <a:defRPr sz="1040"/>
            </a:lvl6pPr>
            <a:lvl7pPr marL="1426190" indent="0">
              <a:buNone/>
              <a:defRPr sz="1040"/>
            </a:lvl7pPr>
            <a:lvl8pPr marL="1663888" indent="0">
              <a:buNone/>
              <a:defRPr sz="1040"/>
            </a:lvl8pPr>
            <a:lvl9pPr marL="1901586" indent="0">
              <a:buNone/>
              <a:defRPr sz="10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69657"/>
            <a:ext cx="3932237" cy="1981673"/>
          </a:xfrm>
        </p:spPr>
        <p:txBody>
          <a:bodyPr/>
          <a:lstStyle>
            <a:lvl1pPr marL="0" indent="0">
              <a:buNone/>
              <a:defRPr sz="832"/>
            </a:lvl1pPr>
            <a:lvl2pPr marL="237698" indent="0">
              <a:buNone/>
              <a:defRPr sz="728"/>
            </a:lvl2pPr>
            <a:lvl3pPr marL="475397" indent="0">
              <a:buNone/>
              <a:defRPr sz="624"/>
            </a:lvl3pPr>
            <a:lvl4pPr marL="713095" indent="0">
              <a:buNone/>
              <a:defRPr sz="520"/>
            </a:lvl4pPr>
            <a:lvl5pPr marL="950793" indent="0">
              <a:buNone/>
              <a:defRPr sz="520"/>
            </a:lvl5pPr>
            <a:lvl6pPr marL="1188491" indent="0">
              <a:buNone/>
              <a:defRPr sz="520"/>
            </a:lvl6pPr>
            <a:lvl7pPr marL="1426190" indent="0">
              <a:buNone/>
              <a:defRPr sz="520"/>
            </a:lvl7pPr>
            <a:lvl8pPr marL="1663888" indent="0">
              <a:buNone/>
              <a:defRPr sz="520"/>
            </a:lvl8pPr>
            <a:lvl9pPr marL="1901586" indent="0">
              <a:buNone/>
              <a:defRPr sz="5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3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3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89831"/>
            <a:ext cx="2628900" cy="30216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9831"/>
            <a:ext cx="7734300" cy="30216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5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89831"/>
            <a:ext cx="10515600" cy="689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49156"/>
            <a:ext cx="10515600" cy="2262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04714"/>
            <a:ext cx="2743200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A49-FDEC-4F60-9EF8-4D6D032FC56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04714"/>
            <a:ext cx="4114800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04714"/>
            <a:ext cx="2743200" cy="189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0FED6-D9E3-41F0-A278-6F425045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0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75397" rtl="0" eaLnBrk="1" latinLnBrk="0" hangingPunct="1">
        <a:lnSpc>
          <a:spcPct val="90000"/>
        </a:lnSpc>
        <a:spcBef>
          <a:spcPct val="0"/>
        </a:spcBef>
        <a:buNone/>
        <a:defRPr sz="22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849" indent="-118849" algn="l" defTabSz="475397" rtl="0" eaLnBrk="1" latinLnBrk="0" hangingPunct="1">
        <a:lnSpc>
          <a:spcPct val="90000"/>
        </a:lnSpc>
        <a:spcBef>
          <a:spcPts val="520"/>
        </a:spcBef>
        <a:buFont typeface="Arial" panose="020B0604020202020204" pitchFamily="34" charset="0"/>
        <a:buChar char="•"/>
        <a:defRPr sz="1456" kern="1200">
          <a:solidFill>
            <a:schemeClr val="tx1"/>
          </a:solidFill>
          <a:latin typeface="+mn-lt"/>
          <a:ea typeface="+mn-ea"/>
          <a:cs typeface="+mn-cs"/>
        </a:defRPr>
      </a:lvl1pPr>
      <a:lvl2pPr marL="356547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2pPr>
      <a:lvl3pPr marL="594246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831944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1069642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307341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545039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782737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2020435" indent="-118849" algn="l" defTabSz="475397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1pPr>
      <a:lvl2pPr marL="237698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75397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3pPr>
      <a:lvl4pPr marL="713095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950793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188491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426190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663888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1901586" algn="l" defTabSz="475397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E6538-9A0D-4895-7972-238D7B8EF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1191" y="38408"/>
            <a:ext cx="4367793" cy="3454028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BB6B30-2CDA-AF6F-6054-51A91C86FDD9}"/>
              </a:ext>
            </a:extLst>
          </p:cNvPr>
          <p:cNvCxnSpPr>
            <a:cxnSpLocks/>
          </p:cNvCxnSpPr>
          <p:nvPr/>
        </p:nvCxnSpPr>
        <p:spPr>
          <a:xfrm>
            <a:off x="948032" y="322552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310A18-57F6-D2D4-6C0F-00A2464DAA9F}"/>
              </a:ext>
            </a:extLst>
          </p:cNvPr>
          <p:cNvCxnSpPr>
            <a:cxnSpLocks/>
          </p:cNvCxnSpPr>
          <p:nvPr/>
        </p:nvCxnSpPr>
        <p:spPr>
          <a:xfrm>
            <a:off x="1512674" y="322552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2DAF465-9AE6-E199-9238-124356D72ABB}"/>
              </a:ext>
            </a:extLst>
          </p:cNvPr>
          <p:cNvCxnSpPr>
            <a:cxnSpLocks/>
          </p:cNvCxnSpPr>
          <p:nvPr/>
        </p:nvCxnSpPr>
        <p:spPr>
          <a:xfrm>
            <a:off x="2077316" y="322552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14B805-6968-8E5B-0548-D1A702E6DC9C}"/>
              </a:ext>
            </a:extLst>
          </p:cNvPr>
          <p:cNvCxnSpPr>
            <a:cxnSpLocks/>
          </p:cNvCxnSpPr>
          <p:nvPr/>
        </p:nvCxnSpPr>
        <p:spPr>
          <a:xfrm>
            <a:off x="2641958" y="322552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994EE3E-0969-8F32-C8C3-13D1C470F5C9}"/>
              </a:ext>
            </a:extLst>
          </p:cNvPr>
          <p:cNvCxnSpPr>
            <a:cxnSpLocks/>
          </p:cNvCxnSpPr>
          <p:nvPr/>
        </p:nvCxnSpPr>
        <p:spPr>
          <a:xfrm>
            <a:off x="665711" y="688312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BABBE8-301B-AB72-B073-B4DB4EFEE3F5}"/>
              </a:ext>
            </a:extLst>
          </p:cNvPr>
          <p:cNvCxnSpPr>
            <a:cxnSpLocks/>
          </p:cNvCxnSpPr>
          <p:nvPr/>
        </p:nvCxnSpPr>
        <p:spPr>
          <a:xfrm>
            <a:off x="1230353" y="688312"/>
            <a:ext cx="0" cy="566928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2E2D39-207A-EAD1-EA94-878FD55EE1FB}"/>
              </a:ext>
            </a:extLst>
          </p:cNvPr>
          <p:cNvCxnSpPr>
            <a:cxnSpLocks/>
          </p:cNvCxnSpPr>
          <p:nvPr/>
        </p:nvCxnSpPr>
        <p:spPr>
          <a:xfrm>
            <a:off x="1794995" y="688312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0E9C3C-1B78-727C-8C0C-96A956204F9D}"/>
              </a:ext>
            </a:extLst>
          </p:cNvPr>
          <p:cNvCxnSpPr>
            <a:cxnSpLocks/>
          </p:cNvCxnSpPr>
          <p:nvPr/>
        </p:nvCxnSpPr>
        <p:spPr>
          <a:xfrm>
            <a:off x="2359637" y="688312"/>
            <a:ext cx="0" cy="566928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62B828-8ECC-D3B4-0F1A-45D5FCFB008E}"/>
              </a:ext>
            </a:extLst>
          </p:cNvPr>
          <p:cNvCxnSpPr>
            <a:cxnSpLocks/>
          </p:cNvCxnSpPr>
          <p:nvPr/>
        </p:nvCxnSpPr>
        <p:spPr>
          <a:xfrm>
            <a:off x="2924279" y="688312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A65E056-BA66-FA15-52A4-96E583BE70ED}"/>
              </a:ext>
            </a:extLst>
          </p:cNvPr>
          <p:cNvCxnSpPr>
            <a:cxnSpLocks/>
          </p:cNvCxnSpPr>
          <p:nvPr/>
        </p:nvCxnSpPr>
        <p:spPr>
          <a:xfrm rot="1860000">
            <a:off x="948032" y="2122967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49C0874-4ECC-CF7B-D9AA-57C1D1561A14}"/>
              </a:ext>
            </a:extLst>
          </p:cNvPr>
          <p:cNvCxnSpPr>
            <a:cxnSpLocks/>
          </p:cNvCxnSpPr>
          <p:nvPr/>
        </p:nvCxnSpPr>
        <p:spPr>
          <a:xfrm rot="1860000">
            <a:off x="1512674" y="2122967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FB72F0F-0A93-3F02-4882-500051653B65}"/>
              </a:ext>
            </a:extLst>
          </p:cNvPr>
          <p:cNvCxnSpPr>
            <a:cxnSpLocks/>
          </p:cNvCxnSpPr>
          <p:nvPr/>
        </p:nvCxnSpPr>
        <p:spPr>
          <a:xfrm rot="1860000">
            <a:off x="2077316" y="2122967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9AC5A3-CD2A-C253-BF68-C3F3DCFF8A3B}"/>
              </a:ext>
            </a:extLst>
          </p:cNvPr>
          <p:cNvCxnSpPr>
            <a:cxnSpLocks/>
          </p:cNvCxnSpPr>
          <p:nvPr/>
        </p:nvCxnSpPr>
        <p:spPr>
          <a:xfrm rot="1860000">
            <a:off x="2641958" y="2122967"/>
            <a:ext cx="0" cy="1298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D54ADA-4C5C-4AC4-49B9-FCA962A630D7}"/>
              </a:ext>
            </a:extLst>
          </p:cNvPr>
          <p:cNvCxnSpPr>
            <a:cxnSpLocks/>
          </p:cNvCxnSpPr>
          <p:nvPr/>
        </p:nvCxnSpPr>
        <p:spPr>
          <a:xfrm rot="1860000">
            <a:off x="665711" y="2488727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81EC830-45FF-255C-0E91-1751C7840B61}"/>
              </a:ext>
            </a:extLst>
          </p:cNvPr>
          <p:cNvCxnSpPr>
            <a:cxnSpLocks/>
          </p:cNvCxnSpPr>
          <p:nvPr/>
        </p:nvCxnSpPr>
        <p:spPr>
          <a:xfrm rot="1860000">
            <a:off x="1230353" y="2488727"/>
            <a:ext cx="0" cy="566928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A8CE3E5-E8B9-A773-E2F7-D101FB730C82}"/>
              </a:ext>
            </a:extLst>
          </p:cNvPr>
          <p:cNvCxnSpPr>
            <a:cxnSpLocks/>
          </p:cNvCxnSpPr>
          <p:nvPr/>
        </p:nvCxnSpPr>
        <p:spPr>
          <a:xfrm rot="1860000">
            <a:off x="1794995" y="2488727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01AC32-F1BD-CFE7-B67D-94076B73F38D}"/>
              </a:ext>
            </a:extLst>
          </p:cNvPr>
          <p:cNvCxnSpPr>
            <a:cxnSpLocks/>
          </p:cNvCxnSpPr>
          <p:nvPr/>
        </p:nvCxnSpPr>
        <p:spPr>
          <a:xfrm rot="1860000">
            <a:off x="2359637" y="2488727"/>
            <a:ext cx="0" cy="566928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8A7592F-2FA7-EA14-72AC-BF3EF30DBB81}"/>
              </a:ext>
            </a:extLst>
          </p:cNvPr>
          <p:cNvCxnSpPr>
            <a:cxnSpLocks/>
          </p:cNvCxnSpPr>
          <p:nvPr/>
        </p:nvCxnSpPr>
        <p:spPr>
          <a:xfrm rot="1860000">
            <a:off x="2924279" y="2488727"/>
            <a:ext cx="0" cy="5669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2197C2-88EA-35B4-B491-D24D8D40F5AF}"/>
              </a:ext>
            </a:extLst>
          </p:cNvPr>
          <p:cNvSpPr txBox="1"/>
          <p:nvPr/>
        </p:nvSpPr>
        <p:spPr>
          <a:xfrm>
            <a:off x="0" y="0"/>
            <a:ext cx="29965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Vertical elevator mode (VEM)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70955A-ACBF-3351-317F-1C6BAD794240}"/>
              </a:ext>
            </a:extLst>
          </p:cNvPr>
          <p:cNvSpPr txBox="1"/>
          <p:nvPr/>
        </p:nvSpPr>
        <p:spPr>
          <a:xfrm>
            <a:off x="0" y="1849937"/>
            <a:ext cx="2978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Inclined elevator mode (IEM)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83BC4D-217B-0858-C4EB-546A2F816ECA}"/>
                  </a:ext>
                </a:extLst>
              </p:cNvPr>
              <p:cNvSpPr txBox="1"/>
              <p:nvPr/>
            </p:nvSpPr>
            <p:spPr>
              <a:xfrm>
                <a:off x="1445171" y="2110845"/>
                <a:ext cx="3901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83BC4D-217B-0858-C4EB-546A2F81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171" y="2110845"/>
                <a:ext cx="390117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E8D0B3F-2F4A-AFBA-2CF8-AA37DB9EFA7E}"/>
              </a:ext>
            </a:extLst>
          </p:cNvPr>
          <p:cNvCxnSpPr/>
          <p:nvPr/>
        </p:nvCxnSpPr>
        <p:spPr>
          <a:xfrm flipV="1">
            <a:off x="1520929" y="2176784"/>
            <a:ext cx="0" cy="5715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83703D14-62E5-5877-B7EF-D840A1FD23ED}"/>
              </a:ext>
            </a:extLst>
          </p:cNvPr>
          <p:cNvSpPr/>
          <p:nvPr/>
        </p:nvSpPr>
        <p:spPr>
          <a:xfrm>
            <a:off x="1433409" y="2479093"/>
            <a:ext cx="241300" cy="211871"/>
          </a:xfrm>
          <a:prstGeom prst="arc">
            <a:avLst>
              <a:gd name="adj1" fmla="val 15429636"/>
              <a:gd name="adj2" fmla="val 1973203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1FA0C8A-FA6C-2372-2BDB-DD639E641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2470" y="37204"/>
            <a:ext cx="4370841" cy="345643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71CAF2A-66FD-62C8-90A6-8A31C2BC32C7}"/>
              </a:ext>
            </a:extLst>
          </p:cNvPr>
          <p:cNvSpPr txBox="1"/>
          <p:nvPr/>
        </p:nvSpPr>
        <p:spPr>
          <a:xfrm>
            <a:off x="3311520" y="0"/>
            <a:ext cx="418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301B76-A9C9-4A9C-6C3C-87D7D0686FAE}"/>
              </a:ext>
            </a:extLst>
          </p:cNvPr>
          <p:cNvSpPr txBox="1"/>
          <p:nvPr/>
        </p:nvSpPr>
        <p:spPr>
          <a:xfrm>
            <a:off x="7738314" y="0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6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25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5</cp:revision>
  <dcterms:created xsi:type="dcterms:W3CDTF">2026-03-27T19:43:00Z</dcterms:created>
  <dcterms:modified xsi:type="dcterms:W3CDTF">2026-10-21T19:20:42Z</dcterms:modified>
</cp:coreProperties>
</file>
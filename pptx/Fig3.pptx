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4370388" cy="2001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6" autoAdjust="0"/>
    <p:restoredTop sz="94660"/>
  </p:normalViewPr>
  <p:slideViewPr>
    <p:cSldViewPr snapToGrid="0">
      <p:cViewPr varScale="1">
        <p:scale>
          <a:sx n="326" d="100"/>
          <a:sy n="326" d="100"/>
        </p:scale>
        <p:origin x="66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299" y="327616"/>
            <a:ext cx="3277791" cy="696936"/>
          </a:xfrm>
        </p:spPr>
        <p:txBody>
          <a:bodyPr anchor="b"/>
          <a:lstStyle>
            <a:lvl1pPr algn="ctr">
              <a:defRPr sz="17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6299" y="1051428"/>
            <a:ext cx="3277791" cy="483314"/>
          </a:xfrm>
        </p:spPr>
        <p:txBody>
          <a:bodyPr/>
          <a:lstStyle>
            <a:lvl1pPr marL="0" indent="0" algn="ctr">
              <a:buNone/>
              <a:defRPr sz="701"/>
            </a:lvl1pPr>
            <a:lvl2pPr marL="133457" indent="0" algn="ctr">
              <a:buNone/>
              <a:defRPr sz="584"/>
            </a:lvl2pPr>
            <a:lvl3pPr marL="266913" indent="0" algn="ctr">
              <a:buNone/>
              <a:defRPr sz="525"/>
            </a:lvl3pPr>
            <a:lvl4pPr marL="400370" indent="0" algn="ctr">
              <a:buNone/>
              <a:defRPr sz="467"/>
            </a:lvl4pPr>
            <a:lvl5pPr marL="533827" indent="0" algn="ctr">
              <a:buNone/>
              <a:defRPr sz="467"/>
            </a:lvl5pPr>
            <a:lvl6pPr marL="667283" indent="0" algn="ctr">
              <a:buNone/>
              <a:defRPr sz="467"/>
            </a:lvl6pPr>
            <a:lvl7pPr marL="800740" indent="0" algn="ctr">
              <a:buNone/>
              <a:defRPr sz="467"/>
            </a:lvl7pPr>
            <a:lvl8pPr marL="934197" indent="0" algn="ctr">
              <a:buNone/>
              <a:defRPr sz="467"/>
            </a:lvl8pPr>
            <a:lvl9pPr marL="1067653" indent="0" algn="ctr">
              <a:buNone/>
              <a:defRPr sz="4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7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6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88" y="499070"/>
            <a:ext cx="3769460" cy="832709"/>
          </a:xfrm>
        </p:spPr>
        <p:txBody>
          <a:bodyPr anchor="b"/>
          <a:lstStyle>
            <a:lvl1pPr>
              <a:defRPr sz="17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8188" y="1339656"/>
            <a:ext cx="3769460" cy="437902"/>
          </a:xfrm>
        </p:spPr>
        <p:txBody>
          <a:bodyPr/>
          <a:lstStyle>
            <a:lvl1pPr marL="0" indent="0">
              <a:buNone/>
              <a:defRPr sz="701">
                <a:solidFill>
                  <a:schemeClr val="tx1">
                    <a:tint val="82000"/>
                  </a:schemeClr>
                </a:solidFill>
              </a:defRPr>
            </a:lvl1pPr>
            <a:lvl2pPr marL="133457" indent="0">
              <a:buNone/>
              <a:defRPr sz="584">
                <a:solidFill>
                  <a:schemeClr val="tx1">
                    <a:tint val="82000"/>
                  </a:schemeClr>
                </a:solidFill>
              </a:defRPr>
            </a:lvl2pPr>
            <a:lvl3pPr marL="266913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3pPr>
            <a:lvl4pPr marL="400370" indent="0">
              <a:buNone/>
              <a:defRPr sz="467">
                <a:solidFill>
                  <a:schemeClr val="tx1">
                    <a:tint val="82000"/>
                  </a:schemeClr>
                </a:solidFill>
              </a:defRPr>
            </a:lvl4pPr>
            <a:lvl5pPr marL="533827" indent="0">
              <a:buNone/>
              <a:defRPr sz="467">
                <a:solidFill>
                  <a:schemeClr val="tx1">
                    <a:tint val="82000"/>
                  </a:schemeClr>
                </a:solidFill>
              </a:defRPr>
            </a:lvl5pPr>
            <a:lvl6pPr marL="667283" indent="0">
              <a:buNone/>
              <a:defRPr sz="467">
                <a:solidFill>
                  <a:schemeClr val="tx1">
                    <a:tint val="82000"/>
                  </a:schemeClr>
                </a:solidFill>
              </a:defRPr>
            </a:lvl6pPr>
            <a:lvl7pPr marL="800740" indent="0">
              <a:buNone/>
              <a:defRPr sz="467">
                <a:solidFill>
                  <a:schemeClr val="tx1">
                    <a:tint val="82000"/>
                  </a:schemeClr>
                </a:solidFill>
              </a:defRPr>
            </a:lvl7pPr>
            <a:lvl8pPr marL="934197" indent="0">
              <a:buNone/>
              <a:defRPr sz="467">
                <a:solidFill>
                  <a:schemeClr val="tx1">
                    <a:tint val="82000"/>
                  </a:schemeClr>
                </a:solidFill>
              </a:defRPr>
            </a:lvl8pPr>
            <a:lvl9pPr marL="1067653" indent="0">
              <a:buNone/>
              <a:defRPr sz="4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0464" y="532897"/>
            <a:ext cx="1857415" cy="1270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12509" y="532897"/>
            <a:ext cx="1857415" cy="1270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3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033" y="106580"/>
            <a:ext cx="3769460" cy="3869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033" y="490729"/>
            <a:ext cx="1848879" cy="240498"/>
          </a:xfrm>
        </p:spPr>
        <p:txBody>
          <a:bodyPr anchor="b"/>
          <a:lstStyle>
            <a:lvl1pPr marL="0" indent="0">
              <a:buNone/>
              <a:defRPr sz="701" b="1"/>
            </a:lvl1pPr>
            <a:lvl2pPr marL="133457" indent="0">
              <a:buNone/>
              <a:defRPr sz="584" b="1"/>
            </a:lvl2pPr>
            <a:lvl3pPr marL="266913" indent="0">
              <a:buNone/>
              <a:defRPr sz="525" b="1"/>
            </a:lvl3pPr>
            <a:lvl4pPr marL="400370" indent="0">
              <a:buNone/>
              <a:defRPr sz="467" b="1"/>
            </a:lvl4pPr>
            <a:lvl5pPr marL="533827" indent="0">
              <a:buNone/>
              <a:defRPr sz="467" b="1"/>
            </a:lvl5pPr>
            <a:lvl6pPr marL="667283" indent="0">
              <a:buNone/>
              <a:defRPr sz="467" b="1"/>
            </a:lvl6pPr>
            <a:lvl7pPr marL="800740" indent="0">
              <a:buNone/>
              <a:defRPr sz="467" b="1"/>
            </a:lvl7pPr>
            <a:lvl8pPr marL="934197" indent="0">
              <a:buNone/>
              <a:defRPr sz="467" b="1"/>
            </a:lvl8pPr>
            <a:lvl9pPr marL="1067653" indent="0">
              <a:buNone/>
              <a:defRPr sz="4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1033" y="731227"/>
            <a:ext cx="1848879" cy="107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12509" y="490729"/>
            <a:ext cx="1857984" cy="240498"/>
          </a:xfrm>
        </p:spPr>
        <p:txBody>
          <a:bodyPr anchor="b"/>
          <a:lstStyle>
            <a:lvl1pPr marL="0" indent="0">
              <a:buNone/>
              <a:defRPr sz="701" b="1"/>
            </a:lvl1pPr>
            <a:lvl2pPr marL="133457" indent="0">
              <a:buNone/>
              <a:defRPr sz="584" b="1"/>
            </a:lvl2pPr>
            <a:lvl3pPr marL="266913" indent="0">
              <a:buNone/>
              <a:defRPr sz="525" b="1"/>
            </a:lvl3pPr>
            <a:lvl4pPr marL="400370" indent="0">
              <a:buNone/>
              <a:defRPr sz="467" b="1"/>
            </a:lvl4pPr>
            <a:lvl5pPr marL="533827" indent="0">
              <a:buNone/>
              <a:defRPr sz="467" b="1"/>
            </a:lvl5pPr>
            <a:lvl6pPr marL="667283" indent="0">
              <a:buNone/>
              <a:defRPr sz="467" b="1"/>
            </a:lvl6pPr>
            <a:lvl7pPr marL="800740" indent="0">
              <a:buNone/>
              <a:defRPr sz="467" b="1"/>
            </a:lvl7pPr>
            <a:lvl8pPr marL="934197" indent="0">
              <a:buNone/>
              <a:defRPr sz="467" b="1"/>
            </a:lvl8pPr>
            <a:lvl9pPr marL="1067653" indent="0">
              <a:buNone/>
              <a:defRPr sz="4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12509" y="731227"/>
            <a:ext cx="1857984" cy="107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9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0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5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033" y="133456"/>
            <a:ext cx="1409564" cy="467096"/>
          </a:xfrm>
        </p:spPr>
        <p:txBody>
          <a:bodyPr anchor="b"/>
          <a:lstStyle>
            <a:lvl1pPr>
              <a:defRPr sz="9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984" y="288228"/>
            <a:ext cx="2212509" cy="1422602"/>
          </a:xfrm>
        </p:spPr>
        <p:txBody>
          <a:bodyPr/>
          <a:lstStyle>
            <a:lvl1pPr>
              <a:defRPr sz="934"/>
            </a:lvl1pPr>
            <a:lvl2pPr>
              <a:defRPr sz="817"/>
            </a:lvl2pPr>
            <a:lvl3pPr>
              <a:defRPr sz="701"/>
            </a:lvl3pPr>
            <a:lvl4pPr>
              <a:defRPr sz="584"/>
            </a:lvl4pPr>
            <a:lvl5pPr>
              <a:defRPr sz="584"/>
            </a:lvl5pPr>
            <a:lvl6pPr>
              <a:defRPr sz="584"/>
            </a:lvl6pPr>
            <a:lvl7pPr>
              <a:defRPr sz="584"/>
            </a:lvl7pPr>
            <a:lvl8pPr>
              <a:defRPr sz="584"/>
            </a:lvl8pPr>
            <a:lvl9pPr>
              <a:defRPr sz="5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033" y="600551"/>
            <a:ext cx="1409564" cy="1112596"/>
          </a:xfrm>
        </p:spPr>
        <p:txBody>
          <a:bodyPr/>
          <a:lstStyle>
            <a:lvl1pPr marL="0" indent="0">
              <a:buNone/>
              <a:defRPr sz="467"/>
            </a:lvl1pPr>
            <a:lvl2pPr marL="133457" indent="0">
              <a:buNone/>
              <a:defRPr sz="409"/>
            </a:lvl2pPr>
            <a:lvl3pPr marL="266913" indent="0">
              <a:buNone/>
              <a:defRPr sz="350"/>
            </a:lvl3pPr>
            <a:lvl4pPr marL="400370" indent="0">
              <a:buNone/>
              <a:defRPr sz="292"/>
            </a:lvl4pPr>
            <a:lvl5pPr marL="533827" indent="0">
              <a:buNone/>
              <a:defRPr sz="292"/>
            </a:lvl5pPr>
            <a:lvl6pPr marL="667283" indent="0">
              <a:buNone/>
              <a:defRPr sz="292"/>
            </a:lvl6pPr>
            <a:lvl7pPr marL="800740" indent="0">
              <a:buNone/>
              <a:defRPr sz="292"/>
            </a:lvl7pPr>
            <a:lvl8pPr marL="934197" indent="0">
              <a:buNone/>
              <a:defRPr sz="292"/>
            </a:lvl8pPr>
            <a:lvl9pPr marL="1067653" indent="0">
              <a:buNone/>
              <a:defRPr sz="2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81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033" y="133456"/>
            <a:ext cx="1409564" cy="467096"/>
          </a:xfrm>
        </p:spPr>
        <p:txBody>
          <a:bodyPr anchor="b"/>
          <a:lstStyle>
            <a:lvl1pPr>
              <a:defRPr sz="9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7984" y="288228"/>
            <a:ext cx="2212509" cy="1422602"/>
          </a:xfrm>
        </p:spPr>
        <p:txBody>
          <a:bodyPr anchor="t"/>
          <a:lstStyle>
            <a:lvl1pPr marL="0" indent="0">
              <a:buNone/>
              <a:defRPr sz="934"/>
            </a:lvl1pPr>
            <a:lvl2pPr marL="133457" indent="0">
              <a:buNone/>
              <a:defRPr sz="817"/>
            </a:lvl2pPr>
            <a:lvl3pPr marL="266913" indent="0">
              <a:buNone/>
              <a:defRPr sz="701"/>
            </a:lvl3pPr>
            <a:lvl4pPr marL="400370" indent="0">
              <a:buNone/>
              <a:defRPr sz="584"/>
            </a:lvl4pPr>
            <a:lvl5pPr marL="533827" indent="0">
              <a:buNone/>
              <a:defRPr sz="584"/>
            </a:lvl5pPr>
            <a:lvl6pPr marL="667283" indent="0">
              <a:buNone/>
              <a:defRPr sz="584"/>
            </a:lvl6pPr>
            <a:lvl7pPr marL="800740" indent="0">
              <a:buNone/>
              <a:defRPr sz="584"/>
            </a:lvl7pPr>
            <a:lvl8pPr marL="934197" indent="0">
              <a:buNone/>
              <a:defRPr sz="584"/>
            </a:lvl8pPr>
            <a:lvl9pPr marL="1067653" indent="0">
              <a:buNone/>
              <a:defRPr sz="58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033" y="600551"/>
            <a:ext cx="1409564" cy="1112596"/>
          </a:xfrm>
        </p:spPr>
        <p:txBody>
          <a:bodyPr/>
          <a:lstStyle>
            <a:lvl1pPr marL="0" indent="0">
              <a:buNone/>
              <a:defRPr sz="467"/>
            </a:lvl1pPr>
            <a:lvl2pPr marL="133457" indent="0">
              <a:buNone/>
              <a:defRPr sz="409"/>
            </a:lvl2pPr>
            <a:lvl3pPr marL="266913" indent="0">
              <a:buNone/>
              <a:defRPr sz="350"/>
            </a:lvl3pPr>
            <a:lvl4pPr marL="400370" indent="0">
              <a:buNone/>
              <a:defRPr sz="292"/>
            </a:lvl4pPr>
            <a:lvl5pPr marL="533827" indent="0">
              <a:buNone/>
              <a:defRPr sz="292"/>
            </a:lvl5pPr>
            <a:lvl6pPr marL="667283" indent="0">
              <a:buNone/>
              <a:defRPr sz="292"/>
            </a:lvl6pPr>
            <a:lvl7pPr marL="800740" indent="0">
              <a:buNone/>
              <a:defRPr sz="292"/>
            </a:lvl7pPr>
            <a:lvl8pPr marL="934197" indent="0">
              <a:buNone/>
              <a:defRPr sz="292"/>
            </a:lvl8pPr>
            <a:lvl9pPr marL="1067653" indent="0">
              <a:buNone/>
              <a:defRPr sz="2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1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5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559" y="106579"/>
            <a:ext cx="942365" cy="16964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0464" y="106579"/>
            <a:ext cx="2772465" cy="1696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5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464" y="106580"/>
            <a:ext cx="3769460" cy="38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464" y="532897"/>
            <a:ext cx="3769460" cy="1270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0464" y="1855408"/>
            <a:ext cx="983337" cy="1065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75DFA-885B-4A38-BC74-AE162579FFA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691" y="1855408"/>
            <a:ext cx="1475006" cy="1065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86587" y="1855408"/>
            <a:ext cx="983337" cy="1065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9464C-9F95-4DF7-875A-17DA58A8B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4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66913" rtl="0" eaLnBrk="1" latinLnBrk="0" hangingPunct="1">
        <a:lnSpc>
          <a:spcPct val="90000"/>
        </a:lnSpc>
        <a:spcBef>
          <a:spcPct val="0"/>
        </a:spcBef>
        <a:buNone/>
        <a:defRPr sz="12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728" indent="-66728" algn="l" defTabSz="266913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817" kern="1200">
          <a:solidFill>
            <a:schemeClr val="tx1"/>
          </a:solidFill>
          <a:latin typeface="+mn-lt"/>
          <a:ea typeface="+mn-ea"/>
          <a:cs typeface="+mn-cs"/>
        </a:defRPr>
      </a:lvl1pPr>
      <a:lvl2pPr marL="200185" indent="-66728" algn="l" defTabSz="266913" rtl="0" eaLnBrk="1" latinLnBrk="0" hangingPunct="1">
        <a:lnSpc>
          <a:spcPct val="90000"/>
        </a:lnSpc>
        <a:spcBef>
          <a:spcPts val="146"/>
        </a:spcBef>
        <a:buFont typeface="Arial" panose="020B0604020202020204" pitchFamily="34" charset="0"/>
        <a:buChar char="•"/>
        <a:defRPr sz="701" kern="1200">
          <a:solidFill>
            <a:schemeClr val="tx1"/>
          </a:solidFill>
          <a:latin typeface="+mn-lt"/>
          <a:ea typeface="+mn-ea"/>
          <a:cs typeface="+mn-cs"/>
        </a:defRPr>
      </a:lvl2pPr>
      <a:lvl3pPr marL="333642" indent="-66728" algn="l" defTabSz="266913" rtl="0" eaLnBrk="1" latinLnBrk="0" hangingPunct="1">
        <a:lnSpc>
          <a:spcPct val="90000"/>
        </a:lnSpc>
        <a:spcBef>
          <a:spcPts val="146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3pPr>
      <a:lvl4pPr marL="467098" indent="-66728" algn="l" defTabSz="266913" rtl="0" eaLnBrk="1" latinLnBrk="0" hangingPunct="1">
        <a:lnSpc>
          <a:spcPct val="90000"/>
        </a:lnSpc>
        <a:spcBef>
          <a:spcPts val="146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4pPr>
      <a:lvl5pPr marL="600555" indent="-66728" algn="l" defTabSz="266913" rtl="0" eaLnBrk="1" latinLnBrk="0" hangingPunct="1">
        <a:lnSpc>
          <a:spcPct val="90000"/>
        </a:lnSpc>
        <a:spcBef>
          <a:spcPts val="146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5pPr>
      <a:lvl6pPr marL="734012" indent="-66728" algn="l" defTabSz="266913" rtl="0" eaLnBrk="1" latinLnBrk="0" hangingPunct="1">
        <a:lnSpc>
          <a:spcPct val="90000"/>
        </a:lnSpc>
        <a:spcBef>
          <a:spcPts val="146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6pPr>
      <a:lvl7pPr marL="867468" indent="-66728" algn="l" defTabSz="266913" rtl="0" eaLnBrk="1" latinLnBrk="0" hangingPunct="1">
        <a:lnSpc>
          <a:spcPct val="90000"/>
        </a:lnSpc>
        <a:spcBef>
          <a:spcPts val="146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7pPr>
      <a:lvl8pPr marL="1000925" indent="-66728" algn="l" defTabSz="266913" rtl="0" eaLnBrk="1" latinLnBrk="0" hangingPunct="1">
        <a:lnSpc>
          <a:spcPct val="90000"/>
        </a:lnSpc>
        <a:spcBef>
          <a:spcPts val="146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8pPr>
      <a:lvl9pPr marL="1134382" indent="-66728" algn="l" defTabSz="266913" rtl="0" eaLnBrk="1" latinLnBrk="0" hangingPunct="1">
        <a:lnSpc>
          <a:spcPct val="90000"/>
        </a:lnSpc>
        <a:spcBef>
          <a:spcPts val="146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6913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1pPr>
      <a:lvl2pPr marL="133457" algn="l" defTabSz="266913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2pPr>
      <a:lvl3pPr marL="266913" algn="l" defTabSz="266913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00370" algn="l" defTabSz="266913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4pPr>
      <a:lvl5pPr marL="533827" algn="l" defTabSz="266913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5pPr>
      <a:lvl6pPr marL="667283" algn="l" defTabSz="266913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6pPr>
      <a:lvl7pPr marL="800740" algn="l" defTabSz="266913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7pPr>
      <a:lvl8pPr marL="934197" algn="l" defTabSz="266913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8pPr>
      <a:lvl9pPr marL="1067653" algn="l" defTabSz="266913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2.png"/><Relationship Id="rId26" Type="http://schemas.openxmlformats.org/officeDocument/2006/relationships/image" Target="../media/image10.png"/><Relationship Id="rId3" Type="http://schemas.openxmlformats.org/officeDocument/2006/relationships/tags" Target="../tags/tag3.xml"/><Relationship Id="rId21" Type="http://schemas.openxmlformats.org/officeDocument/2006/relationships/image" Target="../media/image5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png"/><Relationship Id="rId25" Type="http://schemas.openxmlformats.org/officeDocument/2006/relationships/image" Target="../media/image9.pn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8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7.png"/><Relationship Id="rId28" Type="http://schemas.openxmlformats.org/officeDocument/2006/relationships/image" Target="../media/image12.png"/><Relationship Id="rId10" Type="http://schemas.openxmlformats.org/officeDocument/2006/relationships/tags" Target="../tags/tag10.xml"/><Relationship Id="rId19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6.png"/><Relationship Id="rId2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596A849F-DED3-FBAF-8BC2-467A5A098A8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40" y="45352"/>
            <a:ext cx="1684192" cy="199860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939B601-863B-DD94-6CE6-BA2BDBD889E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3426" y="1057263"/>
            <a:ext cx="572528" cy="91439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2E97B4A-2928-1E1E-1774-5DAF055F074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2759" y="142865"/>
            <a:ext cx="573863" cy="914397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2E996E36-9D12-0535-9A70-6E8EBAED50A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 rot="16200000">
            <a:off x="1864542" y="555714"/>
            <a:ext cx="230537" cy="88698"/>
            <a:chOff x="2851780" y="1314181"/>
            <a:chExt cx="230537" cy="88698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B0761FB-A77D-0B81-4FFF-C42C2DE3CAF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2851780" y="1317232"/>
              <a:ext cx="76361" cy="82964"/>
            </a:xfrm>
            <a:custGeom>
              <a:avLst/>
              <a:gdLst>
                <a:gd name="csX0" fmla="*/ 12783 w 76361"/>
                <a:gd name="csY0" fmla="*/ 73511 h 82964"/>
                <a:gd name="csX1" fmla="*/ 3037 w 76361"/>
                <a:gd name="csY1" fmla="*/ 79245 h 82964"/>
                <a:gd name="csX2" fmla="*/ 77 w 76361"/>
                <a:gd name="csY2" fmla="*/ 79245 h 82964"/>
                <a:gd name="csX3" fmla="*/ 77 w 76361"/>
                <a:gd name="csY3" fmla="*/ 83027 h 82964"/>
                <a:gd name="csX4" fmla="*/ 71257 w 76361"/>
                <a:gd name="csY4" fmla="*/ 83027 h 82964"/>
                <a:gd name="csX5" fmla="*/ 76438 w 76361"/>
                <a:gd name="csY5" fmla="*/ 51550 h 82964"/>
                <a:gd name="csX6" fmla="*/ 73354 w 76361"/>
                <a:gd name="csY6" fmla="*/ 51550 h 82964"/>
                <a:gd name="csX7" fmla="*/ 46214 w 76361"/>
                <a:gd name="csY7" fmla="*/ 79245 h 82964"/>
                <a:gd name="csX8" fmla="*/ 29807 w 76361"/>
                <a:gd name="csY8" fmla="*/ 79245 h 82964"/>
                <a:gd name="csX9" fmla="*/ 23762 w 76361"/>
                <a:gd name="csY9" fmla="*/ 74365 h 82964"/>
                <a:gd name="csX10" fmla="*/ 23762 w 76361"/>
                <a:gd name="csY10" fmla="*/ 41789 h 82964"/>
                <a:gd name="csX11" fmla="*/ 34865 w 76361"/>
                <a:gd name="csY11" fmla="*/ 41789 h 82964"/>
                <a:gd name="csX12" fmla="*/ 48188 w 76361"/>
                <a:gd name="csY12" fmla="*/ 56064 h 82964"/>
                <a:gd name="csX13" fmla="*/ 51272 w 76361"/>
                <a:gd name="csY13" fmla="*/ 56064 h 82964"/>
                <a:gd name="csX14" fmla="*/ 51272 w 76361"/>
                <a:gd name="csY14" fmla="*/ 23732 h 82964"/>
                <a:gd name="csX15" fmla="*/ 48188 w 76361"/>
                <a:gd name="csY15" fmla="*/ 23732 h 82964"/>
                <a:gd name="csX16" fmla="*/ 34865 w 76361"/>
                <a:gd name="csY16" fmla="*/ 38007 h 82964"/>
                <a:gd name="csX17" fmla="*/ 23762 w 76361"/>
                <a:gd name="csY17" fmla="*/ 38007 h 82964"/>
                <a:gd name="csX18" fmla="*/ 23762 w 76361"/>
                <a:gd name="csY18" fmla="*/ 8725 h 82964"/>
                <a:gd name="csX19" fmla="*/ 29807 w 76361"/>
                <a:gd name="csY19" fmla="*/ 3845 h 82964"/>
                <a:gd name="csX20" fmla="*/ 45721 w 76361"/>
                <a:gd name="csY20" fmla="*/ 3845 h 82964"/>
                <a:gd name="csX21" fmla="*/ 69900 w 76361"/>
                <a:gd name="csY21" fmla="*/ 27514 h 82964"/>
                <a:gd name="csX22" fmla="*/ 72984 w 76361"/>
                <a:gd name="csY22" fmla="*/ 27514 h 82964"/>
                <a:gd name="csX23" fmla="*/ 69530 w 76361"/>
                <a:gd name="csY23" fmla="*/ 63 h 82964"/>
                <a:gd name="csX24" fmla="*/ 77 w 76361"/>
                <a:gd name="csY24" fmla="*/ 63 h 82964"/>
                <a:gd name="csX25" fmla="*/ 77 w 76361"/>
                <a:gd name="csY25" fmla="*/ 3845 h 82964"/>
                <a:gd name="csX26" fmla="*/ 3037 w 76361"/>
                <a:gd name="csY26" fmla="*/ 3845 h 82964"/>
                <a:gd name="csX27" fmla="*/ 12783 w 76361"/>
                <a:gd name="csY27" fmla="*/ 9579 h 82964"/>
                <a:gd name="csX28" fmla="*/ 12783 w 76361"/>
                <a:gd name="csY28" fmla="*/ 73511 h 829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76361" h="82964">
                  <a:moveTo>
                    <a:pt x="12783" y="73511"/>
                  </a:moveTo>
                  <a:cubicBezTo>
                    <a:pt x="12783" y="77903"/>
                    <a:pt x="12536" y="79245"/>
                    <a:pt x="3037" y="79245"/>
                  </a:cubicBezTo>
                  <a:lnTo>
                    <a:pt x="77" y="79245"/>
                  </a:lnTo>
                  <a:lnTo>
                    <a:pt x="77" y="83027"/>
                  </a:lnTo>
                  <a:lnTo>
                    <a:pt x="71257" y="83027"/>
                  </a:lnTo>
                  <a:lnTo>
                    <a:pt x="76438" y="51550"/>
                  </a:lnTo>
                  <a:lnTo>
                    <a:pt x="73354" y="51550"/>
                  </a:lnTo>
                  <a:cubicBezTo>
                    <a:pt x="70270" y="70339"/>
                    <a:pt x="67433" y="79245"/>
                    <a:pt x="46214" y="79245"/>
                  </a:cubicBezTo>
                  <a:lnTo>
                    <a:pt x="29807" y="79245"/>
                  </a:lnTo>
                  <a:cubicBezTo>
                    <a:pt x="24009" y="79245"/>
                    <a:pt x="23762" y="78391"/>
                    <a:pt x="23762" y="74365"/>
                  </a:cubicBezTo>
                  <a:lnTo>
                    <a:pt x="23762" y="41789"/>
                  </a:lnTo>
                  <a:lnTo>
                    <a:pt x="34865" y="41789"/>
                  </a:lnTo>
                  <a:cubicBezTo>
                    <a:pt x="46831" y="41789"/>
                    <a:pt x="48188" y="45693"/>
                    <a:pt x="48188" y="56064"/>
                  </a:cubicBezTo>
                  <a:lnTo>
                    <a:pt x="51272" y="56064"/>
                  </a:lnTo>
                  <a:lnTo>
                    <a:pt x="51272" y="23732"/>
                  </a:lnTo>
                  <a:lnTo>
                    <a:pt x="48188" y="23732"/>
                  </a:lnTo>
                  <a:cubicBezTo>
                    <a:pt x="48188" y="34225"/>
                    <a:pt x="46831" y="38007"/>
                    <a:pt x="34865" y="38007"/>
                  </a:cubicBezTo>
                  <a:lnTo>
                    <a:pt x="23762" y="38007"/>
                  </a:lnTo>
                  <a:lnTo>
                    <a:pt x="23762" y="8725"/>
                  </a:lnTo>
                  <a:cubicBezTo>
                    <a:pt x="23762" y="4699"/>
                    <a:pt x="24009" y="3845"/>
                    <a:pt x="29807" y="3845"/>
                  </a:cubicBezTo>
                  <a:lnTo>
                    <a:pt x="45721" y="3845"/>
                  </a:lnTo>
                  <a:cubicBezTo>
                    <a:pt x="64595" y="3845"/>
                    <a:pt x="67926" y="10555"/>
                    <a:pt x="69900" y="27514"/>
                  </a:cubicBezTo>
                  <a:lnTo>
                    <a:pt x="72984" y="27514"/>
                  </a:lnTo>
                  <a:lnTo>
                    <a:pt x="69530" y="63"/>
                  </a:lnTo>
                  <a:lnTo>
                    <a:pt x="77" y="63"/>
                  </a:lnTo>
                  <a:lnTo>
                    <a:pt x="77" y="3845"/>
                  </a:lnTo>
                  <a:lnTo>
                    <a:pt x="3037" y="3845"/>
                  </a:lnTo>
                  <a:cubicBezTo>
                    <a:pt x="12536" y="3845"/>
                    <a:pt x="12783" y="5187"/>
                    <a:pt x="12783" y="9579"/>
                  </a:cubicBezTo>
                  <a:lnTo>
                    <a:pt x="12783" y="73511"/>
                  </a:lnTo>
                  <a:close/>
                </a:path>
              </a:pathLst>
            </a:custGeom>
            <a:solidFill>
              <a:srgbClr val="000000"/>
            </a:solidFill>
            <a:ln w="2506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5A40DF7-23DC-7798-69AD-63F5348D3C6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938572" y="1314181"/>
              <a:ext cx="75127" cy="88698"/>
            </a:xfrm>
            <a:custGeom>
              <a:avLst/>
              <a:gdLst>
                <a:gd name="csX0" fmla="*/ 83 w 75127"/>
                <a:gd name="csY0" fmla="*/ 44351 h 88698"/>
                <a:gd name="csX1" fmla="*/ 43014 w 75127"/>
                <a:gd name="csY1" fmla="*/ 88762 h 88698"/>
                <a:gd name="csX2" fmla="*/ 75211 w 75127"/>
                <a:gd name="csY2" fmla="*/ 57650 h 88698"/>
                <a:gd name="csX3" fmla="*/ 73607 w 75127"/>
                <a:gd name="csY3" fmla="*/ 55576 h 88698"/>
                <a:gd name="csX4" fmla="*/ 72127 w 75127"/>
                <a:gd name="csY4" fmla="*/ 57528 h 88698"/>
                <a:gd name="csX5" fmla="*/ 44494 w 75127"/>
                <a:gd name="csY5" fmla="*/ 84979 h 88698"/>
                <a:gd name="csX6" fmla="*/ 12790 w 75127"/>
                <a:gd name="csY6" fmla="*/ 44473 h 88698"/>
                <a:gd name="csX7" fmla="*/ 44371 w 75127"/>
                <a:gd name="csY7" fmla="*/ 3845 h 88698"/>
                <a:gd name="csX8" fmla="*/ 71264 w 75127"/>
                <a:gd name="csY8" fmla="*/ 32761 h 88698"/>
                <a:gd name="csX9" fmla="*/ 73237 w 75127"/>
                <a:gd name="csY9" fmla="*/ 34835 h 88698"/>
                <a:gd name="csX10" fmla="*/ 75211 w 75127"/>
                <a:gd name="csY10" fmla="*/ 31907 h 88698"/>
                <a:gd name="csX11" fmla="*/ 75211 w 75127"/>
                <a:gd name="csY11" fmla="*/ 2991 h 88698"/>
                <a:gd name="csX12" fmla="*/ 73854 w 75127"/>
                <a:gd name="csY12" fmla="*/ 63 h 88698"/>
                <a:gd name="csX13" fmla="*/ 71880 w 75127"/>
                <a:gd name="csY13" fmla="*/ 1527 h 88698"/>
                <a:gd name="csX14" fmla="*/ 65712 w 75127"/>
                <a:gd name="csY14" fmla="*/ 10555 h 88698"/>
                <a:gd name="csX15" fmla="*/ 43014 w 75127"/>
                <a:gd name="csY15" fmla="*/ 63 h 88698"/>
                <a:gd name="csX16" fmla="*/ 83 w 75127"/>
                <a:gd name="csY16" fmla="*/ 44351 h 88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75127" h="88698">
                  <a:moveTo>
                    <a:pt x="83" y="44351"/>
                  </a:moveTo>
                  <a:cubicBezTo>
                    <a:pt x="83" y="69607"/>
                    <a:pt x="20068" y="88762"/>
                    <a:pt x="43014" y="88762"/>
                  </a:cubicBezTo>
                  <a:cubicBezTo>
                    <a:pt x="63122" y="88762"/>
                    <a:pt x="75211" y="71803"/>
                    <a:pt x="75211" y="57650"/>
                  </a:cubicBezTo>
                  <a:cubicBezTo>
                    <a:pt x="75211" y="56430"/>
                    <a:pt x="75211" y="55576"/>
                    <a:pt x="73607" y="55576"/>
                  </a:cubicBezTo>
                  <a:cubicBezTo>
                    <a:pt x="72250" y="55576"/>
                    <a:pt x="72250" y="56308"/>
                    <a:pt x="72127" y="57528"/>
                  </a:cubicBezTo>
                  <a:cubicBezTo>
                    <a:pt x="71140" y="74975"/>
                    <a:pt x="57940" y="84979"/>
                    <a:pt x="44494" y="84979"/>
                  </a:cubicBezTo>
                  <a:cubicBezTo>
                    <a:pt x="36969" y="84979"/>
                    <a:pt x="12790" y="80831"/>
                    <a:pt x="12790" y="44473"/>
                  </a:cubicBezTo>
                  <a:cubicBezTo>
                    <a:pt x="12790" y="7993"/>
                    <a:pt x="36845" y="3845"/>
                    <a:pt x="44371" y="3845"/>
                  </a:cubicBezTo>
                  <a:cubicBezTo>
                    <a:pt x="57817" y="3845"/>
                    <a:pt x="68796" y="14948"/>
                    <a:pt x="71264" y="32761"/>
                  </a:cubicBezTo>
                  <a:cubicBezTo>
                    <a:pt x="71510" y="34469"/>
                    <a:pt x="71510" y="34835"/>
                    <a:pt x="73237" y="34835"/>
                  </a:cubicBezTo>
                  <a:cubicBezTo>
                    <a:pt x="75211" y="34835"/>
                    <a:pt x="75211" y="34469"/>
                    <a:pt x="75211" y="31907"/>
                  </a:cubicBezTo>
                  <a:lnTo>
                    <a:pt x="75211" y="2991"/>
                  </a:lnTo>
                  <a:cubicBezTo>
                    <a:pt x="75211" y="917"/>
                    <a:pt x="75211" y="63"/>
                    <a:pt x="73854" y="63"/>
                  </a:cubicBezTo>
                  <a:cubicBezTo>
                    <a:pt x="73361" y="63"/>
                    <a:pt x="72867" y="63"/>
                    <a:pt x="71880" y="1527"/>
                  </a:cubicBezTo>
                  <a:lnTo>
                    <a:pt x="65712" y="10555"/>
                  </a:lnTo>
                  <a:cubicBezTo>
                    <a:pt x="61148" y="6163"/>
                    <a:pt x="54856" y="63"/>
                    <a:pt x="43014" y="63"/>
                  </a:cubicBezTo>
                  <a:cubicBezTo>
                    <a:pt x="19945" y="63"/>
                    <a:pt x="83" y="19462"/>
                    <a:pt x="83" y="44351"/>
                  </a:cubicBezTo>
                  <a:close/>
                </a:path>
              </a:pathLst>
            </a:custGeom>
            <a:solidFill>
              <a:srgbClr val="000000"/>
            </a:solidFill>
            <a:ln w="2506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F9520FE-A9BC-4B99-3786-96001EECCE8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3027668" y="1314181"/>
              <a:ext cx="54649" cy="88698"/>
            </a:xfrm>
            <a:custGeom>
              <a:avLst/>
              <a:gdLst>
                <a:gd name="csX0" fmla="*/ 36236 w 54649"/>
                <a:gd name="csY0" fmla="*/ 38739 h 88698"/>
                <a:gd name="csX1" fmla="*/ 20445 w 54649"/>
                <a:gd name="csY1" fmla="*/ 34957 h 88698"/>
                <a:gd name="csX2" fmla="*/ 7986 w 54649"/>
                <a:gd name="csY2" fmla="*/ 19462 h 88698"/>
                <a:gd name="csX3" fmla="*/ 24270 w 54649"/>
                <a:gd name="csY3" fmla="*/ 3479 h 88698"/>
                <a:gd name="csX4" fmla="*/ 48325 w 54649"/>
                <a:gd name="csY4" fmla="*/ 28978 h 88698"/>
                <a:gd name="csX5" fmla="*/ 49806 w 54649"/>
                <a:gd name="csY5" fmla="*/ 30442 h 88698"/>
                <a:gd name="csX6" fmla="*/ 51409 w 54649"/>
                <a:gd name="csY6" fmla="*/ 27514 h 88698"/>
                <a:gd name="csX7" fmla="*/ 51409 w 54649"/>
                <a:gd name="csY7" fmla="*/ 2991 h 88698"/>
                <a:gd name="csX8" fmla="*/ 50052 w 54649"/>
                <a:gd name="csY8" fmla="*/ 63 h 88698"/>
                <a:gd name="csX9" fmla="*/ 48202 w 54649"/>
                <a:gd name="csY9" fmla="*/ 1649 h 88698"/>
                <a:gd name="csX10" fmla="*/ 43884 w 54649"/>
                <a:gd name="csY10" fmla="*/ 8603 h 88698"/>
                <a:gd name="csX11" fmla="*/ 24146 w 54649"/>
                <a:gd name="csY11" fmla="*/ 63 h 88698"/>
                <a:gd name="csX12" fmla="*/ 91 w 54649"/>
                <a:gd name="csY12" fmla="*/ 23732 h 88698"/>
                <a:gd name="csX13" fmla="*/ 16251 w 54649"/>
                <a:gd name="csY13" fmla="*/ 46059 h 88698"/>
                <a:gd name="csX14" fmla="*/ 32535 w 54649"/>
                <a:gd name="csY14" fmla="*/ 50086 h 88698"/>
                <a:gd name="csX15" fmla="*/ 43021 w 54649"/>
                <a:gd name="csY15" fmla="*/ 56308 h 88698"/>
                <a:gd name="csX16" fmla="*/ 46845 w 54649"/>
                <a:gd name="csY16" fmla="*/ 67533 h 88698"/>
                <a:gd name="csX17" fmla="*/ 30314 w 54649"/>
                <a:gd name="csY17" fmla="*/ 84979 h 88698"/>
                <a:gd name="csX18" fmla="*/ 10823 w 54649"/>
                <a:gd name="csY18" fmla="*/ 78391 h 88698"/>
                <a:gd name="csX19" fmla="*/ 3175 w 54649"/>
                <a:gd name="csY19" fmla="*/ 59602 h 88698"/>
                <a:gd name="csX20" fmla="*/ 1694 w 54649"/>
                <a:gd name="csY20" fmla="*/ 58382 h 88698"/>
                <a:gd name="csX21" fmla="*/ 91 w 54649"/>
                <a:gd name="csY21" fmla="*/ 61432 h 88698"/>
                <a:gd name="csX22" fmla="*/ 91 w 54649"/>
                <a:gd name="csY22" fmla="*/ 85834 h 88698"/>
                <a:gd name="csX23" fmla="*/ 1448 w 54649"/>
                <a:gd name="csY23" fmla="*/ 88762 h 88698"/>
                <a:gd name="csX24" fmla="*/ 3298 w 54649"/>
                <a:gd name="csY24" fmla="*/ 87176 h 88698"/>
                <a:gd name="csX25" fmla="*/ 7739 w 54649"/>
                <a:gd name="csY25" fmla="*/ 80221 h 88698"/>
                <a:gd name="csX26" fmla="*/ 30438 w 54649"/>
                <a:gd name="csY26" fmla="*/ 88762 h 88698"/>
                <a:gd name="csX27" fmla="*/ 54740 w 54649"/>
                <a:gd name="csY27" fmla="*/ 63384 h 88698"/>
                <a:gd name="csX28" fmla="*/ 36236 w 54649"/>
                <a:gd name="csY28" fmla="*/ 38739 h 88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54649" h="88698">
                  <a:moveTo>
                    <a:pt x="36236" y="38739"/>
                  </a:moveTo>
                  <a:lnTo>
                    <a:pt x="20445" y="34957"/>
                  </a:lnTo>
                  <a:cubicBezTo>
                    <a:pt x="12797" y="33127"/>
                    <a:pt x="7986" y="26538"/>
                    <a:pt x="7986" y="19462"/>
                  </a:cubicBezTo>
                  <a:cubicBezTo>
                    <a:pt x="7986" y="10921"/>
                    <a:pt x="14647" y="3479"/>
                    <a:pt x="24270" y="3479"/>
                  </a:cubicBezTo>
                  <a:cubicBezTo>
                    <a:pt x="44871" y="3479"/>
                    <a:pt x="47585" y="23488"/>
                    <a:pt x="48325" y="28978"/>
                  </a:cubicBezTo>
                  <a:cubicBezTo>
                    <a:pt x="48449" y="29710"/>
                    <a:pt x="48449" y="30442"/>
                    <a:pt x="49806" y="30442"/>
                  </a:cubicBezTo>
                  <a:cubicBezTo>
                    <a:pt x="51409" y="30442"/>
                    <a:pt x="51409" y="29832"/>
                    <a:pt x="51409" y="27514"/>
                  </a:cubicBezTo>
                  <a:lnTo>
                    <a:pt x="51409" y="2991"/>
                  </a:lnTo>
                  <a:cubicBezTo>
                    <a:pt x="51409" y="917"/>
                    <a:pt x="51409" y="63"/>
                    <a:pt x="50052" y="63"/>
                  </a:cubicBezTo>
                  <a:cubicBezTo>
                    <a:pt x="49189" y="63"/>
                    <a:pt x="49066" y="185"/>
                    <a:pt x="48202" y="1649"/>
                  </a:cubicBezTo>
                  <a:lnTo>
                    <a:pt x="43884" y="8603"/>
                  </a:lnTo>
                  <a:cubicBezTo>
                    <a:pt x="40183" y="5065"/>
                    <a:pt x="35126" y="63"/>
                    <a:pt x="24146" y="63"/>
                  </a:cubicBezTo>
                  <a:cubicBezTo>
                    <a:pt x="10453" y="63"/>
                    <a:pt x="91" y="10799"/>
                    <a:pt x="91" y="23732"/>
                  </a:cubicBezTo>
                  <a:cubicBezTo>
                    <a:pt x="91" y="33859"/>
                    <a:pt x="6629" y="42765"/>
                    <a:pt x="16251" y="46059"/>
                  </a:cubicBezTo>
                  <a:cubicBezTo>
                    <a:pt x="17608" y="46547"/>
                    <a:pt x="23900" y="48011"/>
                    <a:pt x="32535" y="50086"/>
                  </a:cubicBezTo>
                  <a:cubicBezTo>
                    <a:pt x="35866" y="50940"/>
                    <a:pt x="39567" y="51794"/>
                    <a:pt x="43021" y="56308"/>
                  </a:cubicBezTo>
                  <a:cubicBezTo>
                    <a:pt x="45611" y="59480"/>
                    <a:pt x="46845" y="63506"/>
                    <a:pt x="46845" y="67533"/>
                  </a:cubicBezTo>
                  <a:cubicBezTo>
                    <a:pt x="46845" y="76195"/>
                    <a:pt x="40677" y="84979"/>
                    <a:pt x="30314" y="84979"/>
                  </a:cubicBezTo>
                  <a:cubicBezTo>
                    <a:pt x="26737" y="84979"/>
                    <a:pt x="17361" y="84369"/>
                    <a:pt x="10823" y="78391"/>
                  </a:cubicBezTo>
                  <a:cubicBezTo>
                    <a:pt x="3668" y="71803"/>
                    <a:pt x="3298" y="63994"/>
                    <a:pt x="3175" y="59602"/>
                  </a:cubicBezTo>
                  <a:cubicBezTo>
                    <a:pt x="3051" y="58382"/>
                    <a:pt x="2064" y="58382"/>
                    <a:pt x="1694" y="58382"/>
                  </a:cubicBezTo>
                  <a:cubicBezTo>
                    <a:pt x="91" y="58382"/>
                    <a:pt x="91" y="59236"/>
                    <a:pt x="91" y="61432"/>
                  </a:cubicBezTo>
                  <a:lnTo>
                    <a:pt x="91" y="85834"/>
                  </a:lnTo>
                  <a:cubicBezTo>
                    <a:pt x="91" y="87908"/>
                    <a:pt x="91" y="88762"/>
                    <a:pt x="1448" y="88762"/>
                  </a:cubicBezTo>
                  <a:cubicBezTo>
                    <a:pt x="2311" y="88762"/>
                    <a:pt x="2435" y="88518"/>
                    <a:pt x="3298" y="87176"/>
                  </a:cubicBezTo>
                  <a:cubicBezTo>
                    <a:pt x="3298" y="87054"/>
                    <a:pt x="3668" y="86688"/>
                    <a:pt x="7739" y="80221"/>
                  </a:cubicBezTo>
                  <a:cubicBezTo>
                    <a:pt x="11563" y="84369"/>
                    <a:pt x="19459" y="88762"/>
                    <a:pt x="30438" y="88762"/>
                  </a:cubicBezTo>
                  <a:cubicBezTo>
                    <a:pt x="44871" y="88762"/>
                    <a:pt x="54740" y="76805"/>
                    <a:pt x="54740" y="63384"/>
                  </a:cubicBezTo>
                  <a:cubicBezTo>
                    <a:pt x="54740" y="51184"/>
                    <a:pt x="46598" y="41179"/>
                    <a:pt x="36236" y="38739"/>
                  </a:cubicBezTo>
                  <a:close/>
                </a:path>
              </a:pathLst>
            </a:custGeom>
            <a:solidFill>
              <a:srgbClr val="000000"/>
            </a:solidFill>
            <a:ln w="2506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8CB6C140-F933-DC8A-2153-33626F1DCE4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8630" y="1057263"/>
            <a:ext cx="572528" cy="91439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E7DF5C7-8FED-16CF-F38B-1F5124DC839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7963" y="142865"/>
            <a:ext cx="573864" cy="91439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619343E-9F3D-15EE-02A2-1E4CAA28DDD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72638" y="1057263"/>
            <a:ext cx="572529" cy="9144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3381F4F-EF22-97E4-2304-761B952F026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71970" y="142865"/>
            <a:ext cx="573864" cy="914398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C2FA507C-8548-928F-4B22-50AFF2D2CA4D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 rot="16200000">
            <a:off x="1870504" y="1470112"/>
            <a:ext cx="241315" cy="88698"/>
            <a:chOff x="3404616" y="1833765"/>
            <a:chExt cx="241315" cy="88698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3EE2786-42F3-3D5D-0FDC-A9B5F056668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404616" y="1836449"/>
              <a:ext cx="81988" cy="83330"/>
            </a:xfrm>
            <a:custGeom>
              <a:avLst/>
              <a:gdLst>
                <a:gd name="csX0" fmla="*/ 77 w 81988"/>
                <a:gd name="csY0" fmla="*/ 63 h 83330"/>
                <a:gd name="csX1" fmla="*/ 77 w 81988"/>
                <a:gd name="csY1" fmla="*/ 3845 h 83330"/>
                <a:gd name="csX2" fmla="*/ 3005 w 81988"/>
                <a:gd name="csY2" fmla="*/ 3845 h 83330"/>
                <a:gd name="csX3" fmla="*/ 12643 w 81988"/>
                <a:gd name="csY3" fmla="*/ 9579 h 83330"/>
                <a:gd name="csX4" fmla="*/ 12643 w 81988"/>
                <a:gd name="csY4" fmla="*/ 73877 h 83330"/>
                <a:gd name="csX5" fmla="*/ 3005 w 81988"/>
                <a:gd name="csY5" fmla="*/ 79611 h 83330"/>
                <a:gd name="csX6" fmla="*/ 77 w 81988"/>
                <a:gd name="csY6" fmla="*/ 79611 h 83330"/>
                <a:gd name="csX7" fmla="*/ 77 w 81988"/>
                <a:gd name="csY7" fmla="*/ 83393 h 83330"/>
                <a:gd name="csX8" fmla="*/ 44731 w 81988"/>
                <a:gd name="csY8" fmla="*/ 83393 h 83330"/>
                <a:gd name="csX9" fmla="*/ 82065 w 81988"/>
                <a:gd name="csY9" fmla="*/ 42399 h 83330"/>
                <a:gd name="csX10" fmla="*/ 44731 w 81988"/>
                <a:gd name="csY10" fmla="*/ 63 h 83330"/>
                <a:gd name="csX11" fmla="*/ 77 w 81988"/>
                <a:gd name="csY11" fmla="*/ 63 h 83330"/>
                <a:gd name="csX12" fmla="*/ 29114 w 81988"/>
                <a:gd name="csY12" fmla="*/ 79611 h 83330"/>
                <a:gd name="csX13" fmla="*/ 23136 w 81988"/>
                <a:gd name="csY13" fmla="*/ 74731 h 83330"/>
                <a:gd name="csX14" fmla="*/ 23136 w 81988"/>
                <a:gd name="csY14" fmla="*/ 8725 h 83330"/>
                <a:gd name="csX15" fmla="*/ 29114 w 81988"/>
                <a:gd name="csY15" fmla="*/ 3845 h 83330"/>
                <a:gd name="csX16" fmla="*/ 41315 w 81988"/>
                <a:gd name="csY16" fmla="*/ 3845 h 83330"/>
                <a:gd name="csX17" fmla="*/ 63520 w 81988"/>
                <a:gd name="csY17" fmla="*/ 15192 h 83330"/>
                <a:gd name="csX18" fmla="*/ 69865 w 81988"/>
                <a:gd name="csY18" fmla="*/ 42399 h 83330"/>
                <a:gd name="csX19" fmla="*/ 63154 w 81988"/>
                <a:gd name="csY19" fmla="*/ 69241 h 83330"/>
                <a:gd name="csX20" fmla="*/ 41437 w 81988"/>
                <a:gd name="csY20" fmla="*/ 79611 h 83330"/>
                <a:gd name="csX21" fmla="*/ 29114 w 81988"/>
                <a:gd name="csY21" fmla="*/ 79611 h 83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1988" h="83330">
                  <a:moveTo>
                    <a:pt x="77" y="63"/>
                  </a:moveTo>
                  <a:lnTo>
                    <a:pt x="77" y="3845"/>
                  </a:lnTo>
                  <a:lnTo>
                    <a:pt x="3005" y="3845"/>
                  </a:lnTo>
                  <a:cubicBezTo>
                    <a:pt x="12399" y="3845"/>
                    <a:pt x="12643" y="5187"/>
                    <a:pt x="12643" y="9579"/>
                  </a:cubicBezTo>
                  <a:lnTo>
                    <a:pt x="12643" y="73877"/>
                  </a:lnTo>
                  <a:cubicBezTo>
                    <a:pt x="12643" y="78269"/>
                    <a:pt x="12399" y="79611"/>
                    <a:pt x="3005" y="79611"/>
                  </a:cubicBezTo>
                  <a:lnTo>
                    <a:pt x="77" y="79611"/>
                  </a:lnTo>
                  <a:lnTo>
                    <a:pt x="77" y="83393"/>
                  </a:lnTo>
                  <a:lnTo>
                    <a:pt x="44731" y="83393"/>
                  </a:lnTo>
                  <a:cubicBezTo>
                    <a:pt x="65228" y="83393"/>
                    <a:pt x="82065" y="65336"/>
                    <a:pt x="82065" y="42399"/>
                  </a:cubicBezTo>
                  <a:cubicBezTo>
                    <a:pt x="82065" y="19218"/>
                    <a:pt x="65594" y="63"/>
                    <a:pt x="44731" y="63"/>
                  </a:cubicBezTo>
                  <a:lnTo>
                    <a:pt x="77" y="63"/>
                  </a:lnTo>
                  <a:close/>
                  <a:moveTo>
                    <a:pt x="29114" y="79611"/>
                  </a:moveTo>
                  <a:cubicBezTo>
                    <a:pt x="23380" y="79611"/>
                    <a:pt x="23136" y="78757"/>
                    <a:pt x="23136" y="74731"/>
                  </a:cubicBezTo>
                  <a:lnTo>
                    <a:pt x="23136" y="8725"/>
                  </a:lnTo>
                  <a:cubicBezTo>
                    <a:pt x="23136" y="4699"/>
                    <a:pt x="23380" y="3845"/>
                    <a:pt x="29114" y="3845"/>
                  </a:cubicBezTo>
                  <a:lnTo>
                    <a:pt x="41315" y="3845"/>
                  </a:lnTo>
                  <a:cubicBezTo>
                    <a:pt x="48879" y="3845"/>
                    <a:pt x="57298" y="6529"/>
                    <a:pt x="63520" y="15192"/>
                  </a:cubicBezTo>
                  <a:cubicBezTo>
                    <a:pt x="68767" y="22390"/>
                    <a:pt x="69865" y="32883"/>
                    <a:pt x="69865" y="42399"/>
                  </a:cubicBezTo>
                  <a:cubicBezTo>
                    <a:pt x="69865" y="55942"/>
                    <a:pt x="67546" y="63262"/>
                    <a:pt x="63154" y="69241"/>
                  </a:cubicBezTo>
                  <a:cubicBezTo>
                    <a:pt x="60714" y="72535"/>
                    <a:pt x="53760" y="79611"/>
                    <a:pt x="41437" y="79611"/>
                  </a:cubicBezTo>
                  <a:lnTo>
                    <a:pt x="29114" y="79611"/>
                  </a:lnTo>
                  <a:close/>
                </a:path>
              </a:pathLst>
            </a:custGeom>
            <a:solidFill>
              <a:srgbClr val="000000"/>
            </a:solidFill>
            <a:ln w="2506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AEFD3D7-8986-4C53-597F-FF8FC3DE63A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497572" y="1836449"/>
              <a:ext cx="83330" cy="83330"/>
            </a:xfrm>
            <a:custGeom>
              <a:avLst/>
              <a:gdLst>
                <a:gd name="csX0" fmla="*/ 24364 w 83330"/>
                <a:gd name="csY0" fmla="*/ 1649 h 83330"/>
                <a:gd name="csX1" fmla="*/ 20825 w 83330"/>
                <a:gd name="csY1" fmla="*/ 63 h 83330"/>
                <a:gd name="csX2" fmla="*/ 84 w 83330"/>
                <a:gd name="csY2" fmla="*/ 63 h 83330"/>
                <a:gd name="csX3" fmla="*/ 84 w 83330"/>
                <a:gd name="csY3" fmla="*/ 3845 h 83330"/>
                <a:gd name="csX4" fmla="*/ 3623 w 83330"/>
                <a:gd name="csY4" fmla="*/ 3845 h 83330"/>
                <a:gd name="csX5" fmla="*/ 9723 w 83330"/>
                <a:gd name="csY5" fmla="*/ 4089 h 83330"/>
                <a:gd name="csX6" fmla="*/ 12651 w 83330"/>
                <a:gd name="csY6" fmla="*/ 6895 h 83330"/>
                <a:gd name="csX7" fmla="*/ 12651 w 83330"/>
                <a:gd name="csY7" fmla="*/ 70583 h 83330"/>
                <a:gd name="csX8" fmla="*/ 84 w 83330"/>
                <a:gd name="csY8" fmla="*/ 79611 h 83330"/>
                <a:gd name="csX9" fmla="*/ 84 w 83330"/>
                <a:gd name="csY9" fmla="*/ 83393 h 83330"/>
                <a:gd name="csX10" fmla="*/ 14359 w 83330"/>
                <a:gd name="csY10" fmla="*/ 83027 h 83330"/>
                <a:gd name="csX11" fmla="*/ 28634 w 83330"/>
                <a:gd name="csY11" fmla="*/ 83393 h 83330"/>
                <a:gd name="csX12" fmla="*/ 28634 w 83330"/>
                <a:gd name="csY12" fmla="*/ 79611 h 83330"/>
                <a:gd name="csX13" fmla="*/ 16067 w 83330"/>
                <a:gd name="csY13" fmla="*/ 70583 h 83330"/>
                <a:gd name="csX14" fmla="*/ 16067 w 83330"/>
                <a:gd name="csY14" fmla="*/ 7139 h 83330"/>
                <a:gd name="csX15" fmla="*/ 17287 w 83330"/>
                <a:gd name="csY15" fmla="*/ 8603 h 83330"/>
                <a:gd name="csX16" fmla="*/ 67066 w 83330"/>
                <a:gd name="csY16" fmla="*/ 81807 h 83330"/>
                <a:gd name="csX17" fmla="*/ 69140 w 83330"/>
                <a:gd name="csY17" fmla="*/ 83393 h 83330"/>
                <a:gd name="csX18" fmla="*/ 70848 w 83330"/>
                <a:gd name="csY18" fmla="*/ 80221 h 83330"/>
                <a:gd name="csX19" fmla="*/ 70848 w 83330"/>
                <a:gd name="csY19" fmla="*/ 12873 h 83330"/>
                <a:gd name="csX20" fmla="*/ 83415 w 83330"/>
                <a:gd name="csY20" fmla="*/ 3845 h 83330"/>
                <a:gd name="csX21" fmla="*/ 83415 w 83330"/>
                <a:gd name="csY21" fmla="*/ 63 h 83330"/>
                <a:gd name="csX22" fmla="*/ 69140 w 83330"/>
                <a:gd name="csY22" fmla="*/ 429 h 83330"/>
                <a:gd name="csX23" fmla="*/ 54865 w 83330"/>
                <a:gd name="csY23" fmla="*/ 63 h 83330"/>
                <a:gd name="csX24" fmla="*/ 54865 w 83330"/>
                <a:gd name="csY24" fmla="*/ 3845 h 83330"/>
                <a:gd name="csX25" fmla="*/ 67432 w 83330"/>
                <a:gd name="csY25" fmla="*/ 12873 h 83330"/>
                <a:gd name="csX26" fmla="*/ 67432 w 83330"/>
                <a:gd name="csY26" fmla="*/ 64970 h 83330"/>
                <a:gd name="csX27" fmla="*/ 24364 w 83330"/>
                <a:gd name="csY27" fmla="*/ 1649 h 83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3330" h="83330">
                  <a:moveTo>
                    <a:pt x="24364" y="1649"/>
                  </a:moveTo>
                  <a:cubicBezTo>
                    <a:pt x="23266" y="185"/>
                    <a:pt x="23144" y="63"/>
                    <a:pt x="20825" y="63"/>
                  </a:cubicBezTo>
                  <a:lnTo>
                    <a:pt x="84" y="63"/>
                  </a:lnTo>
                  <a:lnTo>
                    <a:pt x="84" y="3845"/>
                  </a:lnTo>
                  <a:lnTo>
                    <a:pt x="3623" y="3845"/>
                  </a:lnTo>
                  <a:cubicBezTo>
                    <a:pt x="5453" y="3845"/>
                    <a:pt x="7893" y="3967"/>
                    <a:pt x="9723" y="4089"/>
                  </a:cubicBezTo>
                  <a:cubicBezTo>
                    <a:pt x="12529" y="4455"/>
                    <a:pt x="12651" y="4577"/>
                    <a:pt x="12651" y="6895"/>
                  </a:cubicBezTo>
                  <a:lnTo>
                    <a:pt x="12651" y="70583"/>
                  </a:lnTo>
                  <a:cubicBezTo>
                    <a:pt x="12651" y="73877"/>
                    <a:pt x="12651" y="79611"/>
                    <a:pt x="84" y="79611"/>
                  </a:cubicBezTo>
                  <a:lnTo>
                    <a:pt x="84" y="83393"/>
                  </a:lnTo>
                  <a:cubicBezTo>
                    <a:pt x="4355" y="83271"/>
                    <a:pt x="10333" y="83027"/>
                    <a:pt x="14359" y="83027"/>
                  </a:cubicBezTo>
                  <a:cubicBezTo>
                    <a:pt x="18385" y="83027"/>
                    <a:pt x="24364" y="83271"/>
                    <a:pt x="28634" y="83393"/>
                  </a:cubicBezTo>
                  <a:lnTo>
                    <a:pt x="28634" y="79611"/>
                  </a:lnTo>
                  <a:cubicBezTo>
                    <a:pt x="16067" y="79611"/>
                    <a:pt x="16067" y="73877"/>
                    <a:pt x="16067" y="70583"/>
                  </a:cubicBezTo>
                  <a:lnTo>
                    <a:pt x="16067" y="7139"/>
                  </a:lnTo>
                  <a:cubicBezTo>
                    <a:pt x="16677" y="7749"/>
                    <a:pt x="16799" y="7871"/>
                    <a:pt x="17287" y="8603"/>
                  </a:cubicBezTo>
                  <a:lnTo>
                    <a:pt x="67066" y="81807"/>
                  </a:lnTo>
                  <a:cubicBezTo>
                    <a:pt x="68164" y="83271"/>
                    <a:pt x="68286" y="83393"/>
                    <a:pt x="69140" y="83393"/>
                  </a:cubicBezTo>
                  <a:cubicBezTo>
                    <a:pt x="70848" y="83393"/>
                    <a:pt x="70848" y="82539"/>
                    <a:pt x="70848" y="80221"/>
                  </a:cubicBezTo>
                  <a:lnTo>
                    <a:pt x="70848" y="12873"/>
                  </a:lnTo>
                  <a:cubicBezTo>
                    <a:pt x="70848" y="9579"/>
                    <a:pt x="70848" y="3845"/>
                    <a:pt x="83415" y="3845"/>
                  </a:cubicBezTo>
                  <a:lnTo>
                    <a:pt x="83415" y="63"/>
                  </a:lnTo>
                  <a:cubicBezTo>
                    <a:pt x="79145" y="185"/>
                    <a:pt x="73166" y="429"/>
                    <a:pt x="69140" y="429"/>
                  </a:cubicBezTo>
                  <a:cubicBezTo>
                    <a:pt x="65114" y="429"/>
                    <a:pt x="59136" y="185"/>
                    <a:pt x="54865" y="63"/>
                  </a:cubicBezTo>
                  <a:lnTo>
                    <a:pt x="54865" y="3845"/>
                  </a:lnTo>
                  <a:cubicBezTo>
                    <a:pt x="67432" y="3845"/>
                    <a:pt x="67432" y="9579"/>
                    <a:pt x="67432" y="12873"/>
                  </a:cubicBezTo>
                  <a:lnTo>
                    <a:pt x="67432" y="64970"/>
                  </a:lnTo>
                  <a:lnTo>
                    <a:pt x="24364" y="1649"/>
                  </a:lnTo>
                  <a:close/>
                </a:path>
              </a:pathLst>
            </a:custGeom>
            <a:solidFill>
              <a:srgbClr val="000000"/>
            </a:solidFill>
            <a:ln w="2506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8F94245-D62A-EABD-E675-6B535F587C7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3591883" y="1833765"/>
              <a:ext cx="54048" cy="88698"/>
            </a:xfrm>
            <a:custGeom>
              <a:avLst/>
              <a:gdLst>
                <a:gd name="csX0" fmla="*/ 35840 w 54048"/>
                <a:gd name="csY0" fmla="*/ 38739 h 88698"/>
                <a:gd name="csX1" fmla="*/ 20223 w 54048"/>
                <a:gd name="csY1" fmla="*/ 34957 h 88698"/>
                <a:gd name="csX2" fmla="*/ 7900 w 54048"/>
                <a:gd name="csY2" fmla="*/ 19462 h 88698"/>
                <a:gd name="csX3" fmla="*/ 24005 w 54048"/>
                <a:gd name="csY3" fmla="*/ 3479 h 88698"/>
                <a:gd name="csX4" fmla="*/ 47796 w 54048"/>
                <a:gd name="csY4" fmla="*/ 28978 h 88698"/>
                <a:gd name="csX5" fmla="*/ 49261 w 54048"/>
                <a:gd name="csY5" fmla="*/ 30442 h 88698"/>
                <a:gd name="csX6" fmla="*/ 50847 w 54048"/>
                <a:gd name="csY6" fmla="*/ 27514 h 88698"/>
                <a:gd name="csX7" fmla="*/ 50847 w 54048"/>
                <a:gd name="csY7" fmla="*/ 2991 h 88698"/>
                <a:gd name="csX8" fmla="*/ 49505 w 54048"/>
                <a:gd name="csY8" fmla="*/ 63 h 88698"/>
                <a:gd name="csX9" fmla="*/ 47674 w 54048"/>
                <a:gd name="csY9" fmla="*/ 1649 h 88698"/>
                <a:gd name="csX10" fmla="*/ 43404 w 54048"/>
                <a:gd name="csY10" fmla="*/ 8603 h 88698"/>
                <a:gd name="csX11" fmla="*/ 23883 w 54048"/>
                <a:gd name="csY11" fmla="*/ 63 h 88698"/>
                <a:gd name="csX12" fmla="*/ 92 w 54048"/>
                <a:gd name="csY12" fmla="*/ 23732 h 88698"/>
                <a:gd name="csX13" fmla="*/ 16075 w 54048"/>
                <a:gd name="csY13" fmla="*/ 46059 h 88698"/>
                <a:gd name="csX14" fmla="*/ 32180 w 54048"/>
                <a:gd name="csY14" fmla="*/ 50086 h 88698"/>
                <a:gd name="csX15" fmla="*/ 42550 w 54048"/>
                <a:gd name="csY15" fmla="*/ 56308 h 88698"/>
                <a:gd name="csX16" fmla="*/ 46332 w 54048"/>
                <a:gd name="csY16" fmla="*/ 67533 h 88698"/>
                <a:gd name="csX17" fmla="*/ 29983 w 54048"/>
                <a:gd name="csY17" fmla="*/ 84979 h 88698"/>
                <a:gd name="csX18" fmla="*/ 10706 w 54048"/>
                <a:gd name="csY18" fmla="*/ 78391 h 88698"/>
                <a:gd name="csX19" fmla="*/ 3142 w 54048"/>
                <a:gd name="csY19" fmla="*/ 59602 h 88698"/>
                <a:gd name="csX20" fmla="*/ 1678 w 54048"/>
                <a:gd name="csY20" fmla="*/ 58382 h 88698"/>
                <a:gd name="csX21" fmla="*/ 92 w 54048"/>
                <a:gd name="csY21" fmla="*/ 61432 h 88698"/>
                <a:gd name="csX22" fmla="*/ 92 w 54048"/>
                <a:gd name="csY22" fmla="*/ 85834 h 88698"/>
                <a:gd name="csX23" fmla="*/ 1434 w 54048"/>
                <a:gd name="csY23" fmla="*/ 88762 h 88698"/>
                <a:gd name="csX24" fmla="*/ 3264 w 54048"/>
                <a:gd name="csY24" fmla="*/ 87176 h 88698"/>
                <a:gd name="csX25" fmla="*/ 7656 w 54048"/>
                <a:gd name="csY25" fmla="*/ 80221 h 88698"/>
                <a:gd name="csX26" fmla="*/ 30105 w 54048"/>
                <a:gd name="csY26" fmla="*/ 88762 h 88698"/>
                <a:gd name="csX27" fmla="*/ 54141 w 54048"/>
                <a:gd name="csY27" fmla="*/ 63384 h 88698"/>
                <a:gd name="csX28" fmla="*/ 35840 w 54048"/>
                <a:gd name="csY28" fmla="*/ 38739 h 88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54048" h="88698">
                  <a:moveTo>
                    <a:pt x="35840" y="38739"/>
                  </a:moveTo>
                  <a:lnTo>
                    <a:pt x="20223" y="34957"/>
                  </a:lnTo>
                  <a:cubicBezTo>
                    <a:pt x="12658" y="33127"/>
                    <a:pt x="7900" y="26538"/>
                    <a:pt x="7900" y="19462"/>
                  </a:cubicBezTo>
                  <a:cubicBezTo>
                    <a:pt x="7900" y="10921"/>
                    <a:pt x="14489" y="3479"/>
                    <a:pt x="24005" y="3479"/>
                  </a:cubicBezTo>
                  <a:cubicBezTo>
                    <a:pt x="44380" y="3479"/>
                    <a:pt x="47064" y="23488"/>
                    <a:pt x="47796" y="28978"/>
                  </a:cubicBezTo>
                  <a:cubicBezTo>
                    <a:pt x="47918" y="29710"/>
                    <a:pt x="47918" y="30442"/>
                    <a:pt x="49261" y="30442"/>
                  </a:cubicBezTo>
                  <a:cubicBezTo>
                    <a:pt x="50847" y="30442"/>
                    <a:pt x="50847" y="29832"/>
                    <a:pt x="50847" y="27514"/>
                  </a:cubicBezTo>
                  <a:lnTo>
                    <a:pt x="50847" y="2991"/>
                  </a:lnTo>
                  <a:cubicBezTo>
                    <a:pt x="50847" y="917"/>
                    <a:pt x="50847" y="63"/>
                    <a:pt x="49505" y="63"/>
                  </a:cubicBezTo>
                  <a:cubicBezTo>
                    <a:pt x="48650" y="63"/>
                    <a:pt x="48528" y="185"/>
                    <a:pt x="47674" y="1649"/>
                  </a:cubicBezTo>
                  <a:lnTo>
                    <a:pt x="43404" y="8603"/>
                  </a:lnTo>
                  <a:cubicBezTo>
                    <a:pt x="39744" y="5065"/>
                    <a:pt x="34742" y="63"/>
                    <a:pt x="23883" y="63"/>
                  </a:cubicBezTo>
                  <a:cubicBezTo>
                    <a:pt x="10340" y="63"/>
                    <a:pt x="92" y="10799"/>
                    <a:pt x="92" y="23732"/>
                  </a:cubicBezTo>
                  <a:cubicBezTo>
                    <a:pt x="92" y="33859"/>
                    <a:pt x="6558" y="42765"/>
                    <a:pt x="16075" y="46059"/>
                  </a:cubicBezTo>
                  <a:cubicBezTo>
                    <a:pt x="17417" y="46547"/>
                    <a:pt x="23639" y="48011"/>
                    <a:pt x="32180" y="50086"/>
                  </a:cubicBezTo>
                  <a:cubicBezTo>
                    <a:pt x="35474" y="50940"/>
                    <a:pt x="39134" y="51794"/>
                    <a:pt x="42550" y="56308"/>
                  </a:cubicBezTo>
                  <a:cubicBezTo>
                    <a:pt x="45112" y="59480"/>
                    <a:pt x="46332" y="63506"/>
                    <a:pt x="46332" y="67533"/>
                  </a:cubicBezTo>
                  <a:cubicBezTo>
                    <a:pt x="46332" y="76195"/>
                    <a:pt x="40232" y="84979"/>
                    <a:pt x="29983" y="84979"/>
                  </a:cubicBezTo>
                  <a:cubicBezTo>
                    <a:pt x="26445" y="84979"/>
                    <a:pt x="17173" y="84369"/>
                    <a:pt x="10706" y="78391"/>
                  </a:cubicBezTo>
                  <a:cubicBezTo>
                    <a:pt x="3630" y="71803"/>
                    <a:pt x="3264" y="63994"/>
                    <a:pt x="3142" y="59602"/>
                  </a:cubicBezTo>
                  <a:cubicBezTo>
                    <a:pt x="3020" y="58382"/>
                    <a:pt x="2044" y="58382"/>
                    <a:pt x="1678" y="58382"/>
                  </a:cubicBezTo>
                  <a:cubicBezTo>
                    <a:pt x="92" y="58382"/>
                    <a:pt x="92" y="59236"/>
                    <a:pt x="92" y="61432"/>
                  </a:cubicBezTo>
                  <a:lnTo>
                    <a:pt x="92" y="85834"/>
                  </a:lnTo>
                  <a:cubicBezTo>
                    <a:pt x="92" y="87908"/>
                    <a:pt x="92" y="88762"/>
                    <a:pt x="1434" y="88762"/>
                  </a:cubicBezTo>
                  <a:cubicBezTo>
                    <a:pt x="2288" y="88762"/>
                    <a:pt x="2410" y="88518"/>
                    <a:pt x="3264" y="87176"/>
                  </a:cubicBezTo>
                  <a:cubicBezTo>
                    <a:pt x="3264" y="87054"/>
                    <a:pt x="3630" y="86688"/>
                    <a:pt x="7656" y="80221"/>
                  </a:cubicBezTo>
                  <a:cubicBezTo>
                    <a:pt x="11438" y="84369"/>
                    <a:pt x="19247" y="88762"/>
                    <a:pt x="30105" y="88762"/>
                  </a:cubicBezTo>
                  <a:cubicBezTo>
                    <a:pt x="44380" y="88762"/>
                    <a:pt x="54141" y="76805"/>
                    <a:pt x="54141" y="63384"/>
                  </a:cubicBezTo>
                  <a:cubicBezTo>
                    <a:pt x="54141" y="51184"/>
                    <a:pt x="46088" y="41179"/>
                    <a:pt x="35840" y="38739"/>
                  </a:cubicBezTo>
                  <a:close/>
                </a:path>
              </a:pathLst>
            </a:custGeom>
            <a:solidFill>
              <a:srgbClr val="000000"/>
            </a:solidFill>
            <a:ln w="2506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E112B8A5-AF89-54AD-9728-09EA87F10E1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00255" y="1058977"/>
            <a:ext cx="572529" cy="9144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12DA463-0F65-2A64-2AB1-0120E3F7BD0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6146" y="144088"/>
            <a:ext cx="575204" cy="914400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A5A217AD-8F18-5439-7EBD-B4BFBF597FE0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243501" y="45352"/>
            <a:ext cx="247757" cy="108688"/>
            <a:chOff x="3470980" y="747391"/>
            <a:chExt cx="247757" cy="108688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1DEE44B-C0EA-DEFE-AD69-2C194B91EF0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470980" y="748173"/>
              <a:ext cx="83141" cy="88334"/>
            </a:xfrm>
            <a:custGeom>
              <a:avLst/>
              <a:gdLst>
                <a:gd name="csX0" fmla="*/ 80784 w 83141"/>
                <a:gd name="csY0" fmla="*/ 63 h 88334"/>
                <a:gd name="csX1" fmla="*/ 2511 w 83141"/>
                <a:gd name="csY1" fmla="*/ 63 h 88334"/>
                <a:gd name="csX2" fmla="*/ 77 w 83141"/>
                <a:gd name="csY2" fmla="*/ 29421 h 88334"/>
                <a:gd name="csX3" fmla="*/ 3279 w 83141"/>
                <a:gd name="csY3" fmla="*/ 29421 h 88334"/>
                <a:gd name="csX4" fmla="*/ 26339 w 83141"/>
                <a:gd name="csY4" fmla="*/ 4108 h 88334"/>
                <a:gd name="csX5" fmla="*/ 33256 w 83141"/>
                <a:gd name="csY5" fmla="*/ 4369 h 88334"/>
                <a:gd name="csX6" fmla="*/ 35947 w 83141"/>
                <a:gd name="csY6" fmla="*/ 9327 h 88334"/>
                <a:gd name="csX7" fmla="*/ 35947 w 83141"/>
                <a:gd name="csY7" fmla="*/ 78089 h 88334"/>
                <a:gd name="csX8" fmla="*/ 22495 w 83141"/>
                <a:gd name="csY8" fmla="*/ 84352 h 88334"/>
                <a:gd name="csX9" fmla="*/ 17371 w 83141"/>
                <a:gd name="csY9" fmla="*/ 84352 h 88334"/>
                <a:gd name="csX10" fmla="*/ 17371 w 83141"/>
                <a:gd name="csY10" fmla="*/ 88397 h 88334"/>
                <a:gd name="csX11" fmla="*/ 41583 w 83141"/>
                <a:gd name="csY11" fmla="*/ 88006 h 88334"/>
                <a:gd name="csX12" fmla="*/ 65924 w 83141"/>
                <a:gd name="csY12" fmla="*/ 88397 h 88334"/>
                <a:gd name="csX13" fmla="*/ 65924 w 83141"/>
                <a:gd name="csY13" fmla="*/ 84352 h 88334"/>
                <a:gd name="csX14" fmla="*/ 60799 w 83141"/>
                <a:gd name="csY14" fmla="*/ 84352 h 88334"/>
                <a:gd name="csX15" fmla="*/ 47348 w 83141"/>
                <a:gd name="csY15" fmla="*/ 78089 h 88334"/>
                <a:gd name="csX16" fmla="*/ 47348 w 83141"/>
                <a:gd name="csY16" fmla="*/ 9327 h 88334"/>
                <a:gd name="csX17" fmla="*/ 49654 w 83141"/>
                <a:gd name="csY17" fmla="*/ 4369 h 88334"/>
                <a:gd name="csX18" fmla="*/ 56956 w 83141"/>
                <a:gd name="csY18" fmla="*/ 4108 h 88334"/>
                <a:gd name="csX19" fmla="*/ 80016 w 83141"/>
                <a:gd name="csY19" fmla="*/ 29421 h 88334"/>
                <a:gd name="csX20" fmla="*/ 83218 w 83141"/>
                <a:gd name="csY20" fmla="*/ 29421 h 88334"/>
                <a:gd name="csX21" fmla="*/ 80784 w 83141"/>
                <a:gd name="csY21" fmla="*/ 63 h 88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3141" h="88334">
                  <a:moveTo>
                    <a:pt x="80784" y="63"/>
                  </a:moveTo>
                  <a:lnTo>
                    <a:pt x="2511" y="63"/>
                  </a:lnTo>
                  <a:lnTo>
                    <a:pt x="77" y="29421"/>
                  </a:lnTo>
                  <a:lnTo>
                    <a:pt x="3279" y="29421"/>
                  </a:lnTo>
                  <a:cubicBezTo>
                    <a:pt x="5073" y="8413"/>
                    <a:pt x="6995" y="4108"/>
                    <a:pt x="26339" y="4108"/>
                  </a:cubicBezTo>
                  <a:cubicBezTo>
                    <a:pt x="28645" y="4108"/>
                    <a:pt x="31975" y="4108"/>
                    <a:pt x="33256" y="4369"/>
                  </a:cubicBezTo>
                  <a:cubicBezTo>
                    <a:pt x="35947" y="4890"/>
                    <a:pt x="35947" y="6326"/>
                    <a:pt x="35947" y="9327"/>
                  </a:cubicBezTo>
                  <a:lnTo>
                    <a:pt x="35947" y="78089"/>
                  </a:lnTo>
                  <a:cubicBezTo>
                    <a:pt x="35947" y="82526"/>
                    <a:pt x="35947" y="84352"/>
                    <a:pt x="22495" y="84352"/>
                  </a:cubicBezTo>
                  <a:lnTo>
                    <a:pt x="17371" y="84352"/>
                  </a:lnTo>
                  <a:lnTo>
                    <a:pt x="17371" y="88397"/>
                  </a:lnTo>
                  <a:cubicBezTo>
                    <a:pt x="22624" y="88006"/>
                    <a:pt x="35690" y="88006"/>
                    <a:pt x="41583" y="88006"/>
                  </a:cubicBezTo>
                  <a:cubicBezTo>
                    <a:pt x="47476" y="88006"/>
                    <a:pt x="60671" y="88006"/>
                    <a:pt x="65924" y="88397"/>
                  </a:cubicBezTo>
                  <a:lnTo>
                    <a:pt x="65924" y="84352"/>
                  </a:lnTo>
                  <a:lnTo>
                    <a:pt x="60799" y="84352"/>
                  </a:lnTo>
                  <a:cubicBezTo>
                    <a:pt x="47348" y="84352"/>
                    <a:pt x="47348" y="82526"/>
                    <a:pt x="47348" y="78089"/>
                  </a:cubicBezTo>
                  <a:lnTo>
                    <a:pt x="47348" y="9327"/>
                  </a:lnTo>
                  <a:cubicBezTo>
                    <a:pt x="47348" y="6717"/>
                    <a:pt x="47348" y="4890"/>
                    <a:pt x="49654" y="4369"/>
                  </a:cubicBezTo>
                  <a:cubicBezTo>
                    <a:pt x="51063" y="4108"/>
                    <a:pt x="54522" y="4108"/>
                    <a:pt x="56956" y="4108"/>
                  </a:cubicBezTo>
                  <a:cubicBezTo>
                    <a:pt x="76300" y="4108"/>
                    <a:pt x="78222" y="8413"/>
                    <a:pt x="80016" y="29421"/>
                  </a:cubicBezTo>
                  <a:lnTo>
                    <a:pt x="83218" y="29421"/>
                  </a:lnTo>
                  <a:lnTo>
                    <a:pt x="80784" y="63"/>
                  </a:lnTo>
                  <a:close/>
                </a:path>
              </a:pathLst>
            </a:custGeom>
            <a:solidFill>
              <a:srgbClr val="000000"/>
            </a:solidFill>
            <a:ln w="2506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DCDCC36-A612-7888-2B6E-066828F7B1B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63630" y="747391"/>
              <a:ext cx="107866" cy="89117"/>
            </a:xfrm>
            <a:custGeom>
              <a:avLst/>
              <a:gdLst>
                <a:gd name="csX0" fmla="*/ 26218 w 107866"/>
                <a:gd name="csY0" fmla="*/ 2933 h 89117"/>
                <a:gd name="csX1" fmla="*/ 21734 w 107866"/>
                <a:gd name="csY1" fmla="*/ 63 h 89117"/>
                <a:gd name="csX2" fmla="*/ 84 w 107866"/>
                <a:gd name="csY2" fmla="*/ 63 h 89117"/>
                <a:gd name="csX3" fmla="*/ 84 w 107866"/>
                <a:gd name="csY3" fmla="*/ 4108 h 89117"/>
                <a:gd name="csX4" fmla="*/ 3158 w 107866"/>
                <a:gd name="csY4" fmla="*/ 4108 h 89117"/>
                <a:gd name="csX5" fmla="*/ 13279 w 107866"/>
                <a:gd name="csY5" fmla="*/ 10240 h 89117"/>
                <a:gd name="csX6" fmla="*/ 13279 w 107866"/>
                <a:gd name="csY6" fmla="*/ 75480 h 89117"/>
                <a:gd name="csX7" fmla="*/ 84 w 107866"/>
                <a:gd name="csY7" fmla="*/ 85135 h 89117"/>
                <a:gd name="csX8" fmla="*/ 84 w 107866"/>
                <a:gd name="csY8" fmla="*/ 89180 h 89117"/>
                <a:gd name="csX9" fmla="*/ 15072 w 107866"/>
                <a:gd name="csY9" fmla="*/ 88789 h 89117"/>
                <a:gd name="csX10" fmla="*/ 30061 w 107866"/>
                <a:gd name="csY10" fmla="*/ 89180 h 89117"/>
                <a:gd name="csX11" fmla="*/ 30061 w 107866"/>
                <a:gd name="csY11" fmla="*/ 85135 h 89117"/>
                <a:gd name="csX12" fmla="*/ 16866 w 107866"/>
                <a:gd name="csY12" fmla="*/ 75480 h 89117"/>
                <a:gd name="csX13" fmla="*/ 16866 w 107866"/>
                <a:gd name="csY13" fmla="*/ 5151 h 89117"/>
                <a:gd name="csX14" fmla="*/ 16994 w 107866"/>
                <a:gd name="csY14" fmla="*/ 5151 h 89117"/>
                <a:gd name="csX15" fmla="*/ 47868 w 107866"/>
                <a:gd name="csY15" fmla="*/ 86310 h 89117"/>
                <a:gd name="csX16" fmla="*/ 50430 w 107866"/>
                <a:gd name="csY16" fmla="*/ 89180 h 89117"/>
                <a:gd name="csX17" fmla="*/ 52736 w 107866"/>
                <a:gd name="csY17" fmla="*/ 86701 h 89117"/>
                <a:gd name="csX18" fmla="*/ 84250 w 107866"/>
                <a:gd name="csY18" fmla="*/ 4108 h 89117"/>
                <a:gd name="csX19" fmla="*/ 84378 w 107866"/>
                <a:gd name="csY19" fmla="*/ 4108 h 89117"/>
                <a:gd name="csX20" fmla="*/ 84378 w 107866"/>
                <a:gd name="csY20" fmla="*/ 79003 h 89117"/>
                <a:gd name="csX21" fmla="*/ 74258 w 107866"/>
                <a:gd name="csY21" fmla="*/ 85135 h 89117"/>
                <a:gd name="csX22" fmla="*/ 71183 w 107866"/>
                <a:gd name="csY22" fmla="*/ 85135 h 89117"/>
                <a:gd name="csX23" fmla="*/ 71183 w 107866"/>
                <a:gd name="csY23" fmla="*/ 89180 h 89117"/>
                <a:gd name="csX24" fmla="*/ 89631 w 107866"/>
                <a:gd name="csY24" fmla="*/ 88789 h 89117"/>
                <a:gd name="csX25" fmla="*/ 107950 w 107866"/>
                <a:gd name="csY25" fmla="*/ 89180 h 89117"/>
                <a:gd name="csX26" fmla="*/ 107950 w 107866"/>
                <a:gd name="csY26" fmla="*/ 85135 h 89117"/>
                <a:gd name="csX27" fmla="*/ 104876 w 107866"/>
                <a:gd name="csY27" fmla="*/ 85135 h 89117"/>
                <a:gd name="csX28" fmla="*/ 94755 w 107866"/>
                <a:gd name="csY28" fmla="*/ 79003 h 89117"/>
                <a:gd name="csX29" fmla="*/ 94755 w 107866"/>
                <a:gd name="csY29" fmla="*/ 10240 h 89117"/>
                <a:gd name="csX30" fmla="*/ 104876 w 107866"/>
                <a:gd name="csY30" fmla="*/ 4108 h 89117"/>
                <a:gd name="csX31" fmla="*/ 107950 w 107866"/>
                <a:gd name="csY31" fmla="*/ 4108 h 89117"/>
                <a:gd name="csX32" fmla="*/ 107950 w 107866"/>
                <a:gd name="csY32" fmla="*/ 63 h 89117"/>
                <a:gd name="csX33" fmla="*/ 86300 w 107866"/>
                <a:gd name="csY33" fmla="*/ 63 h 89117"/>
                <a:gd name="csX34" fmla="*/ 82072 w 107866"/>
                <a:gd name="csY34" fmla="*/ 2542 h 89117"/>
                <a:gd name="csX35" fmla="*/ 54017 w 107866"/>
                <a:gd name="csY35" fmla="*/ 76002 h 89117"/>
                <a:gd name="csX36" fmla="*/ 26218 w 107866"/>
                <a:gd name="csY36" fmla="*/ 2933 h 89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07866" h="89117">
                  <a:moveTo>
                    <a:pt x="26218" y="2933"/>
                  </a:moveTo>
                  <a:cubicBezTo>
                    <a:pt x="25065" y="63"/>
                    <a:pt x="24680" y="63"/>
                    <a:pt x="21734" y="63"/>
                  </a:cubicBezTo>
                  <a:lnTo>
                    <a:pt x="84" y="63"/>
                  </a:lnTo>
                  <a:lnTo>
                    <a:pt x="84" y="4108"/>
                  </a:lnTo>
                  <a:lnTo>
                    <a:pt x="3158" y="4108"/>
                  </a:lnTo>
                  <a:cubicBezTo>
                    <a:pt x="13023" y="4108"/>
                    <a:pt x="13279" y="5543"/>
                    <a:pt x="13279" y="10240"/>
                  </a:cubicBezTo>
                  <a:lnTo>
                    <a:pt x="13279" y="75480"/>
                  </a:lnTo>
                  <a:cubicBezTo>
                    <a:pt x="13279" y="79003"/>
                    <a:pt x="13279" y="85135"/>
                    <a:pt x="84" y="85135"/>
                  </a:cubicBezTo>
                  <a:lnTo>
                    <a:pt x="84" y="89180"/>
                  </a:lnTo>
                  <a:cubicBezTo>
                    <a:pt x="4568" y="89050"/>
                    <a:pt x="10845" y="88789"/>
                    <a:pt x="15072" y="88789"/>
                  </a:cubicBezTo>
                  <a:cubicBezTo>
                    <a:pt x="19300" y="88789"/>
                    <a:pt x="25577" y="89050"/>
                    <a:pt x="30061" y="89180"/>
                  </a:cubicBezTo>
                  <a:lnTo>
                    <a:pt x="30061" y="85135"/>
                  </a:lnTo>
                  <a:cubicBezTo>
                    <a:pt x="16866" y="85135"/>
                    <a:pt x="16866" y="79003"/>
                    <a:pt x="16866" y="75480"/>
                  </a:cubicBezTo>
                  <a:lnTo>
                    <a:pt x="16866" y="5151"/>
                  </a:lnTo>
                  <a:lnTo>
                    <a:pt x="16994" y="5151"/>
                  </a:lnTo>
                  <a:lnTo>
                    <a:pt x="47868" y="86310"/>
                  </a:lnTo>
                  <a:cubicBezTo>
                    <a:pt x="48508" y="88006"/>
                    <a:pt x="49149" y="89180"/>
                    <a:pt x="50430" y="89180"/>
                  </a:cubicBezTo>
                  <a:cubicBezTo>
                    <a:pt x="51839" y="89180"/>
                    <a:pt x="52223" y="88136"/>
                    <a:pt x="52736" y="86701"/>
                  </a:cubicBezTo>
                  <a:lnTo>
                    <a:pt x="84250" y="4108"/>
                  </a:lnTo>
                  <a:lnTo>
                    <a:pt x="84378" y="4108"/>
                  </a:lnTo>
                  <a:lnTo>
                    <a:pt x="84378" y="79003"/>
                  </a:lnTo>
                  <a:cubicBezTo>
                    <a:pt x="84378" y="83700"/>
                    <a:pt x="84122" y="85135"/>
                    <a:pt x="74258" y="85135"/>
                  </a:cubicBezTo>
                  <a:lnTo>
                    <a:pt x="71183" y="85135"/>
                  </a:lnTo>
                  <a:lnTo>
                    <a:pt x="71183" y="89180"/>
                  </a:lnTo>
                  <a:cubicBezTo>
                    <a:pt x="75923" y="88789"/>
                    <a:pt x="84635" y="88789"/>
                    <a:pt x="89631" y="88789"/>
                  </a:cubicBezTo>
                  <a:cubicBezTo>
                    <a:pt x="94627" y="88789"/>
                    <a:pt x="103210" y="88789"/>
                    <a:pt x="107950" y="89180"/>
                  </a:cubicBezTo>
                  <a:lnTo>
                    <a:pt x="107950" y="85135"/>
                  </a:lnTo>
                  <a:lnTo>
                    <a:pt x="104876" y="85135"/>
                  </a:lnTo>
                  <a:cubicBezTo>
                    <a:pt x="95011" y="85135"/>
                    <a:pt x="94755" y="83700"/>
                    <a:pt x="94755" y="79003"/>
                  </a:cubicBezTo>
                  <a:lnTo>
                    <a:pt x="94755" y="10240"/>
                  </a:lnTo>
                  <a:cubicBezTo>
                    <a:pt x="94755" y="5543"/>
                    <a:pt x="95011" y="4108"/>
                    <a:pt x="104876" y="4108"/>
                  </a:cubicBezTo>
                  <a:lnTo>
                    <a:pt x="107950" y="4108"/>
                  </a:lnTo>
                  <a:lnTo>
                    <a:pt x="107950" y="63"/>
                  </a:lnTo>
                  <a:lnTo>
                    <a:pt x="86300" y="63"/>
                  </a:lnTo>
                  <a:cubicBezTo>
                    <a:pt x="82969" y="63"/>
                    <a:pt x="82969" y="193"/>
                    <a:pt x="82072" y="2542"/>
                  </a:cubicBezTo>
                  <a:lnTo>
                    <a:pt x="54017" y="76002"/>
                  </a:lnTo>
                  <a:lnTo>
                    <a:pt x="26218" y="2933"/>
                  </a:lnTo>
                  <a:close/>
                </a:path>
              </a:pathLst>
            </a:custGeom>
            <a:solidFill>
              <a:srgbClr val="000000"/>
            </a:solidFill>
            <a:ln w="2506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1644CC7-16A1-19C6-93D0-654E2CF958A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3686096" y="795433"/>
              <a:ext cx="32641" cy="60646"/>
            </a:xfrm>
            <a:custGeom>
              <a:avLst/>
              <a:gdLst>
                <a:gd name="csX0" fmla="*/ 20360 w 32641"/>
                <a:gd name="csY0" fmla="*/ 2622 h 60646"/>
                <a:gd name="csX1" fmla="*/ 17669 w 32641"/>
                <a:gd name="csY1" fmla="*/ 64 h 60646"/>
                <a:gd name="csX2" fmla="*/ 93 w 32641"/>
                <a:gd name="csY2" fmla="*/ 5910 h 60646"/>
                <a:gd name="csX3" fmla="*/ 93 w 32641"/>
                <a:gd name="csY3" fmla="*/ 9198 h 60646"/>
                <a:gd name="csX4" fmla="*/ 13096 w 32641"/>
                <a:gd name="csY4" fmla="*/ 6640 h 60646"/>
                <a:gd name="csX5" fmla="*/ 13096 w 32641"/>
                <a:gd name="csY5" fmla="*/ 53222 h 60646"/>
                <a:gd name="csX6" fmla="*/ 4128 w 32641"/>
                <a:gd name="csY6" fmla="*/ 57423 h 60646"/>
                <a:gd name="csX7" fmla="*/ 721 w 32641"/>
                <a:gd name="csY7" fmla="*/ 57423 h 60646"/>
                <a:gd name="csX8" fmla="*/ 721 w 32641"/>
                <a:gd name="csY8" fmla="*/ 60711 h 60646"/>
                <a:gd name="csX9" fmla="*/ 16683 w 32641"/>
                <a:gd name="csY9" fmla="*/ 60346 h 60646"/>
                <a:gd name="csX10" fmla="*/ 32735 w 32641"/>
                <a:gd name="csY10" fmla="*/ 60711 h 60646"/>
                <a:gd name="csX11" fmla="*/ 32735 w 32641"/>
                <a:gd name="csY11" fmla="*/ 57423 h 60646"/>
                <a:gd name="csX12" fmla="*/ 29327 w 32641"/>
                <a:gd name="csY12" fmla="*/ 57423 h 60646"/>
                <a:gd name="csX13" fmla="*/ 20360 w 32641"/>
                <a:gd name="csY13" fmla="*/ 53222 h 60646"/>
                <a:gd name="csX14" fmla="*/ 20360 w 32641"/>
                <a:gd name="csY14" fmla="*/ 2622 h 606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2641" h="60646">
                  <a:moveTo>
                    <a:pt x="20360" y="2622"/>
                  </a:moveTo>
                  <a:cubicBezTo>
                    <a:pt x="20360" y="156"/>
                    <a:pt x="20180" y="64"/>
                    <a:pt x="17669" y="64"/>
                  </a:cubicBezTo>
                  <a:cubicBezTo>
                    <a:pt x="11930" y="5818"/>
                    <a:pt x="3770" y="5910"/>
                    <a:pt x="93" y="5910"/>
                  </a:cubicBezTo>
                  <a:lnTo>
                    <a:pt x="93" y="9198"/>
                  </a:lnTo>
                  <a:cubicBezTo>
                    <a:pt x="2245" y="9198"/>
                    <a:pt x="8164" y="9198"/>
                    <a:pt x="13096" y="6640"/>
                  </a:cubicBezTo>
                  <a:lnTo>
                    <a:pt x="13096" y="53222"/>
                  </a:lnTo>
                  <a:cubicBezTo>
                    <a:pt x="13096" y="56236"/>
                    <a:pt x="13096" y="57423"/>
                    <a:pt x="4128" y="57423"/>
                  </a:cubicBezTo>
                  <a:lnTo>
                    <a:pt x="721" y="57423"/>
                  </a:lnTo>
                  <a:lnTo>
                    <a:pt x="721" y="60711"/>
                  </a:lnTo>
                  <a:cubicBezTo>
                    <a:pt x="2335" y="60620"/>
                    <a:pt x="13365" y="60346"/>
                    <a:pt x="16683" y="60346"/>
                  </a:cubicBezTo>
                  <a:cubicBezTo>
                    <a:pt x="19463" y="60346"/>
                    <a:pt x="30762" y="60620"/>
                    <a:pt x="32735" y="60711"/>
                  </a:cubicBezTo>
                  <a:lnTo>
                    <a:pt x="32735" y="57423"/>
                  </a:lnTo>
                  <a:lnTo>
                    <a:pt x="29327" y="57423"/>
                  </a:lnTo>
                  <a:cubicBezTo>
                    <a:pt x="20360" y="57423"/>
                    <a:pt x="20360" y="56236"/>
                    <a:pt x="20360" y="53222"/>
                  </a:cubicBezTo>
                  <a:lnTo>
                    <a:pt x="20360" y="2622"/>
                  </a:lnTo>
                  <a:close/>
                </a:path>
              </a:pathLst>
            </a:custGeom>
            <a:solidFill>
              <a:srgbClr val="000000"/>
            </a:solidFill>
            <a:ln w="2506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2" name="Picture 71">
            <a:extLst>
              <a:ext uri="{FF2B5EF4-FFF2-40B4-BE49-F238E27FC236}">
                <a16:creationId xmlns:a16="http://schemas.microsoft.com/office/drawing/2014/main" id="{ACA05559-ABEB-297C-2398-0607F426CA2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747" y="56063"/>
            <a:ext cx="86857" cy="8609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2003B2D5-7928-14F4-5E87-C14CF87FBC8B}"/>
              </a:ext>
            </a:extLst>
          </p:cNvPr>
          <p:cNvSpPr txBox="1"/>
          <p:nvPr/>
        </p:nvSpPr>
        <p:spPr>
          <a:xfrm>
            <a:off x="-61811" y="-51439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2AA73D-12C6-E2D8-B25D-473E8C5366F4}"/>
              </a:ext>
            </a:extLst>
          </p:cNvPr>
          <p:cNvSpPr txBox="1"/>
          <p:nvPr/>
        </p:nvSpPr>
        <p:spPr>
          <a:xfrm>
            <a:off x="1661401" y="-51439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 descr="\documentclass{article}&#10;\usepackage{amsmath}&#10;\pagestyle{empty}&#10;\begin{document}&#10;&#10;&#10;WF&#10;&#10;\end{document}" title="IguanaTex Bitmap Display">
            <a:extLst>
              <a:ext uri="{FF2B5EF4-FFF2-40B4-BE49-F238E27FC236}">
                <a16:creationId xmlns:a16="http://schemas.microsoft.com/office/drawing/2014/main" id="{8FECA6CC-B88D-CB36-82E9-4849A6BC20D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334" y="46153"/>
            <a:ext cx="205769" cy="89166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&#10;TWF&#10;&#10;\end{document}" title="IguanaTex Bitmap Display">
            <a:extLst>
              <a:ext uri="{FF2B5EF4-FFF2-40B4-BE49-F238E27FC236}">
                <a16:creationId xmlns:a16="http://schemas.microsoft.com/office/drawing/2014/main" id="{E81E5703-9B85-EED0-67BD-3955796FB82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280" y="46153"/>
            <a:ext cx="294935" cy="8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396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84095"/>
  <p:tag name="ORIGINALWIDTH" val=" 18.15252"/>
  <p:tag name="OUTPUTTYPE" val="SVG"/>
  <p:tag name="IGUANATEXVERSION" val="162"/>
  <p:tag name="LATEXADDIN" val="\documentclass{article}&#10;\usepackage{amsmath}&#10;\pagestyle{empty}&#10;\begin{document}&#10;&#10;&#10;ECS&#10;&#10;\end{document}"/>
  <p:tag name="IGUANATEXSIZE" val="10"/>
  <p:tag name="IGUANATEXCURSOR" val="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84095"/>
  <p:tag name="ORIGINALWIDTH" val=" 19.00118"/>
  <p:tag name="OUTPUTTYPE" val="SVG"/>
  <p:tag name="IGUANATEXVERSION" val="162"/>
  <p:tag name="LATEXADDIN" val="\documentclass{article}&#10;\usepackage{amsmath}&#10;\pagestyle{empty}&#10;\begin{document}&#10;&#10;&#10;DNS&#10;&#10;\end{document}"/>
  <p:tag name="IGUANATEXSIZE" val="10"/>
  <p:tag name="IGUANATEXCURSOR" val="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55811"/>
  <p:tag name="ORIGINALWIDTH" val=" 19.50842"/>
  <p:tag name="OUTPUTTYPE" val="SVG"/>
  <p:tag name="IGUANATEXVERSION" val="162"/>
  <p:tag name="LATEXADDIN" val="\documentclass{article}&#10;\usepackage{amsmath}&#10;\pagestyle{empty}&#10;\begin{document}&#10;&#10;&#10;$\mathrm{TM}_1$&#10;&#10;\end{document}"/>
  <p:tag name="IGUANATEXSIZE" val="10"/>
  <p:tag name="IGUANATEXCURSOR" val="9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4.73937"/>
  <p:tag name="ORIGINALWIDTH" val=" 85.48929"/>
  <p:tag name="OUTPUTTYPE" val="PNG"/>
  <p:tag name="IGUANATEXVERSION" val="162"/>
  <p:tag name="LATEXADDIN" val="\documentclass{article}&#10;\usepackage{amsmath}&#10;\pagestyle{empty}&#10;\begin{document}&#10;&#10;H&#10;&#10;&#10;\end{document}"/>
  <p:tag name="IGUANATEXSIZE" val="10"/>
  <p:tag name="IGUANATEXCURSOR" val="8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202.5283"/>
  <p:tag name="LATEXADDIN" val="\documentclass{article}&#10;\usepackage{amsmath}&#10;\pagestyle{empty}&#10;\begin{document}&#10;&#10;&#10;WF&#10;&#10;\end{document}"/>
  <p:tag name="IGUANATEXSIZE" val="10"/>
  <p:tag name="IGUANATEXCURSOR" val="8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290.2905"/>
  <p:tag name="LATEXADDIN" val="\documentclass{article}&#10;\usepackage{amsmath}&#10;\pagestyle{empty}&#10;\begin{document}&#10;&#10;&#10;TWF&#10;&#10;\end{document}"/>
  <p:tag name="IGUANATEXSIZE" val="10"/>
  <p:tag name="IGUANATEXCURSOR" val="8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5433"/>
  <p:tag name="ORIGINALWIDTH" val=" 6.546535"/>
  <p:tag name="LATEXADDIN" val="\documentclass{article}&#10;\usepackage{amsmath}&#10;\pagestyle{empty}&#10;\begin{document}&#10;&#10;&#10;$\mathrm{TM}_1$&#10;&#10;\end{document}"/>
  <p:tag name="IGUANATEXSIZE" val="10"/>
  <p:tag name="IGUANATEXCURSOR" val="9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17087"/>
  <p:tag name="ORIGINALWIDTH" val=" 8.493386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75276"/>
  <p:tag name="ORIGINALWIDTH" val=" 2.570158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1417"/>
  <p:tag name="ORIGINALWIDTH" val=" 6.455748"/>
  <p:tag name="LATEXADDIN" val="\documentclass{article}&#10;\usepackage{amsmath}&#10;\pagestyle{empty}&#10;\begin{document}&#10;&#10;&#10;DNS&#10;&#10;\end{document}"/>
  <p:tag name="IGUANATEXSIZE" val="10"/>
  <p:tag name="IGUANATEXCURSOR" val="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1417"/>
  <p:tag name="ORIGINALWIDTH" val=" 6.561417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84095"/>
  <p:tag name="ORIGINALWIDTH" val=" 4.255748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32599"/>
  <p:tag name="ORIGINALWIDTH" val=" 6.012677"/>
  <p:tag name="LATEXADDIN" val="\documentclass{article}&#10;\usepackage{amsmath}&#10;\pagestyle{empty}&#10;\begin{document}&#10;&#10;&#10;ECS&#10;&#10;\end{document}"/>
  <p:tag name="IGUANATEXSIZE" val="10"/>
  <p:tag name="IGUANATEXCURSOR" val="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84095"/>
  <p:tag name="ORIGINALWIDTH" val=" 5.915512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84095"/>
  <p:tag name="ORIGINALWIDTH" val=" 4.303071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16176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Van Duc</dc:creator>
  <cp:lastModifiedBy>Nguyen, Van Duc</cp:lastModifiedBy>
  <cp:revision>28</cp:revision>
  <dcterms:created xsi:type="dcterms:W3CDTF">2026-03-27T22:20:08Z</dcterms:created>
  <dcterms:modified xsi:type="dcterms:W3CDTF">2026-10-23T21:42:30Z</dcterms:modified>
</cp:coreProperties>
</file>
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0771188" cy="58515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66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6399" y="957646"/>
            <a:ext cx="8078391" cy="2037198"/>
          </a:xfrm>
        </p:spPr>
        <p:txBody>
          <a:bodyPr anchor="b"/>
          <a:lstStyle>
            <a:lvl1pPr algn="ctr">
              <a:defRPr sz="51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6399" y="3073405"/>
            <a:ext cx="8078391" cy="1412764"/>
          </a:xfrm>
        </p:spPr>
        <p:txBody>
          <a:bodyPr/>
          <a:lstStyle>
            <a:lvl1pPr marL="0" indent="0" algn="ctr">
              <a:buNone/>
              <a:defRPr sz="2048"/>
            </a:lvl1pPr>
            <a:lvl2pPr marL="390083" indent="0" algn="ctr">
              <a:buNone/>
              <a:defRPr sz="1706"/>
            </a:lvl2pPr>
            <a:lvl3pPr marL="780166" indent="0" algn="ctr">
              <a:buNone/>
              <a:defRPr sz="1536"/>
            </a:lvl3pPr>
            <a:lvl4pPr marL="1170249" indent="0" algn="ctr">
              <a:buNone/>
              <a:defRPr sz="1365"/>
            </a:lvl4pPr>
            <a:lvl5pPr marL="1560332" indent="0" algn="ctr">
              <a:buNone/>
              <a:defRPr sz="1365"/>
            </a:lvl5pPr>
            <a:lvl6pPr marL="1950415" indent="0" algn="ctr">
              <a:buNone/>
              <a:defRPr sz="1365"/>
            </a:lvl6pPr>
            <a:lvl7pPr marL="2340498" indent="0" algn="ctr">
              <a:buNone/>
              <a:defRPr sz="1365"/>
            </a:lvl7pPr>
            <a:lvl8pPr marL="2730581" indent="0" algn="ctr">
              <a:buNone/>
              <a:defRPr sz="1365"/>
            </a:lvl8pPr>
            <a:lvl9pPr marL="3120664" indent="0" algn="ctr">
              <a:buNone/>
              <a:defRPr sz="136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C1477-9631-4045-A375-7330E834B2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4D849-81A1-4DC9-8E84-9742B3D8C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268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C1477-9631-4045-A375-7330E834B2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4D849-81A1-4DC9-8E84-9742B3D8C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841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4909" y="1458819"/>
            <a:ext cx="9290150" cy="2434071"/>
          </a:xfrm>
        </p:spPr>
        <p:txBody>
          <a:bodyPr anchor="b"/>
          <a:lstStyle>
            <a:lvl1pPr>
              <a:defRPr sz="51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4909" y="3915917"/>
            <a:ext cx="9290150" cy="1280021"/>
          </a:xfrm>
        </p:spPr>
        <p:txBody>
          <a:bodyPr/>
          <a:lstStyle>
            <a:lvl1pPr marL="0" indent="0">
              <a:buNone/>
              <a:defRPr sz="2048">
                <a:solidFill>
                  <a:schemeClr val="tx1">
                    <a:tint val="82000"/>
                  </a:schemeClr>
                </a:solidFill>
              </a:defRPr>
            </a:lvl1pPr>
            <a:lvl2pPr marL="390083" indent="0">
              <a:buNone/>
              <a:defRPr sz="1706">
                <a:solidFill>
                  <a:schemeClr val="tx1">
                    <a:tint val="82000"/>
                  </a:schemeClr>
                </a:solidFill>
              </a:defRPr>
            </a:lvl2pPr>
            <a:lvl3pPr marL="780166" indent="0">
              <a:buNone/>
              <a:defRPr sz="1536">
                <a:solidFill>
                  <a:schemeClr val="tx1">
                    <a:tint val="82000"/>
                  </a:schemeClr>
                </a:solidFill>
              </a:defRPr>
            </a:lvl3pPr>
            <a:lvl4pPr marL="1170249" indent="0">
              <a:buNone/>
              <a:defRPr sz="1365">
                <a:solidFill>
                  <a:schemeClr val="tx1">
                    <a:tint val="82000"/>
                  </a:schemeClr>
                </a:solidFill>
              </a:defRPr>
            </a:lvl4pPr>
            <a:lvl5pPr marL="1560332" indent="0">
              <a:buNone/>
              <a:defRPr sz="1365">
                <a:solidFill>
                  <a:schemeClr val="tx1">
                    <a:tint val="82000"/>
                  </a:schemeClr>
                </a:solidFill>
              </a:defRPr>
            </a:lvl5pPr>
            <a:lvl6pPr marL="1950415" indent="0">
              <a:buNone/>
              <a:defRPr sz="1365">
                <a:solidFill>
                  <a:schemeClr val="tx1">
                    <a:tint val="82000"/>
                  </a:schemeClr>
                </a:solidFill>
              </a:defRPr>
            </a:lvl6pPr>
            <a:lvl7pPr marL="2340498" indent="0">
              <a:buNone/>
              <a:defRPr sz="1365">
                <a:solidFill>
                  <a:schemeClr val="tx1">
                    <a:tint val="82000"/>
                  </a:schemeClr>
                </a:solidFill>
              </a:defRPr>
            </a:lvl7pPr>
            <a:lvl8pPr marL="2730581" indent="0">
              <a:buNone/>
              <a:defRPr sz="1365">
                <a:solidFill>
                  <a:schemeClr val="tx1">
                    <a:tint val="82000"/>
                  </a:schemeClr>
                </a:solidFill>
              </a:defRPr>
            </a:lvl8pPr>
            <a:lvl9pPr marL="3120664" indent="0">
              <a:buNone/>
              <a:defRPr sz="136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C1477-9631-4045-A375-7330E834B2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4D849-81A1-4DC9-8E84-9742B3D8C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18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0519" y="1557698"/>
            <a:ext cx="4577755" cy="37127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52914" y="1557698"/>
            <a:ext cx="4577755" cy="37127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C1477-9631-4045-A375-7330E834B2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4D849-81A1-4DC9-8E84-9742B3D8C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565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922" y="311540"/>
            <a:ext cx="9290150" cy="11310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1923" y="1434437"/>
            <a:ext cx="4556717" cy="702995"/>
          </a:xfrm>
        </p:spPr>
        <p:txBody>
          <a:bodyPr anchor="b"/>
          <a:lstStyle>
            <a:lvl1pPr marL="0" indent="0">
              <a:buNone/>
              <a:defRPr sz="2048" b="1"/>
            </a:lvl1pPr>
            <a:lvl2pPr marL="390083" indent="0">
              <a:buNone/>
              <a:defRPr sz="1706" b="1"/>
            </a:lvl2pPr>
            <a:lvl3pPr marL="780166" indent="0">
              <a:buNone/>
              <a:defRPr sz="1536" b="1"/>
            </a:lvl3pPr>
            <a:lvl4pPr marL="1170249" indent="0">
              <a:buNone/>
              <a:defRPr sz="1365" b="1"/>
            </a:lvl4pPr>
            <a:lvl5pPr marL="1560332" indent="0">
              <a:buNone/>
              <a:defRPr sz="1365" b="1"/>
            </a:lvl5pPr>
            <a:lvl6pPr marL="1950415" indent="0">
              <a:buNone/>
              <a:defRPr sz="1365" b="1"/>
            </a:lvl6pPr>
            <a:lvl7pPr marL="2340498" indent="0">
              <a:buNone/>
              <a:defRPr sz="1365" b="1"/>
            </a:lvl7pPr>
            <a:lvl8pPr marL="2730581" indent="0">
              <a:buNone/>
              <a:defRPr sz="1365" b="1"/>
            </a:lvl8pPr>
            <a:lvl9pPr marL="3120664" indent="0">
              <a:buNone/>
              <a:defRPr sz="136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1923" y="2137432"/>
            <a:ext cx="4556717" cy="31438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52914" y="1434437"/>
            <a:ext cx="4579158" cy="702995"/>
          </a:xfrm>
        </p:spPr>
        <p:txBody>
          <a:bodyPr anchor="b"/>
          <a:lstStyle>
            <a:lvl1pPr marL="0" indent="0">
              <a:buNone/>
              <a:defRPr sz="2048" b="1"/>
            </a:lvl1pPr>
            <a:lvl2pPr marL="390083" indent="0">
              <a:buNone/>
              <a:defRPr sz="1706" b="1"/>
            </a:lvl2pPr>
            <a:lvl3pPr marL="780166" indent="0">
              <a:buNone/>
              <a:defRPr sz="1536" b="1"/>
            </a:lvl3pPr>
            <a:lvl4pPr marL="1170249" indent="0">
              <a:buNone/>
              <a:defRPr sz="1365" b="1"/>
            </a:lvl4pPr>
            <a:lvl5pPr marL="1560332" indent="0">
              <a:buNone/>
              <a:defRPr sz="1365" b="1"/>
            </a:lvl5pPr>
            <a:lvl6pPr marL="1950415" indent="0">
              <a:buNone/>
              <a:defRPr sz="1365" b="1"/>
            </a:lvl6pPr>
            <a:lvl7pPr marL="2340498" indent="0">
              <a:buNone/>
              <a:defRPr sz="1365" b="1"/>
            </a:lvl7pPr>
            <a:lvl8pPr marL="2730581" indent="0">
              <a:buNone/>
              <a:defRPr sz="1365" b="1"/>
            </a:lvl8pPr>
            <a:lvl9pPr marL="3120664" indent="0">
              <a:buNone/>
              <a:defRPr sz="136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52914" y="2137432"/>
            <a:ext cx="4579158" cy="31438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C1477-9631-4045-A375-7330E834B2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4D849-81A1-4DC9-8E84-9742B3D8C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450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C1477-9631-4045-A375-7330E834B2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4D849-81A1-4DC9-8E84-9742B3D8C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237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C1477-9631-4045-A375-7330E834B2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4D849-81A1-4DC9-8E84-9742B3D8C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737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923" y="390102"/>
            <a:ext cx="3473988" cy="1365356"/>
          </a:xfrm>
        </p:spPr>
        <p:txBody>
          <a:bodyPr anchor="b"/>
          <a:lstStyle>
            <a:lvl1pPr>
              <a:defRPr sz="273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9158" y="842512"/>
            <a:ext cx="5452914" cy="4158375"/>
          </a:xfrm>
        </p:spPr>
        <p:txBody>
          <a:bodyPr/>
          <a:lstStyle>
            <a:lvl1pPr>
              <a:defRPr sz="2730"/>
            </a:lvl1pPr>
            <a:lvl2pPr>
              <a:defRPr sz="2389"/>
            </a:lvl2pPr>
            <a:lvl3pPr>
              <a:defRPr sz="2048"/>
            </a:lvl3pPr>
            <a:lvl4pPr>
              <a:defRPr sz="1706"/>
            </a:lvl4pPr>
            <a:lvl5pPr>
              <a:defRPr sz="1706"/>
            </a:lvl5pPr>
            <a:lvl6pPr>
              <a:defRPr sz="1706"/>
            </a:lvl6pPr>
            <a:lvl7pPr>
              <a:defRPr sz="1706"/>
            </a:lvl7pPr>
            <a:lvl8pPr>
              <a:defRPr sz="1706"/>
            </a:lvl8pPr>
            <a:lvl9pPr>
              <a:defRPr sz="170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923" y="1755458"/>
            <a:ext cx="3473988" cy="3252202"/>
          </a:xfrm>
        </p:spPr>
        <p:txBody>
          <a:bodyPr/>
          <a:lstStyle>
            <a:lvl1pPr marL="0" indent="0">
              <a:buNone/>
              <a:defRPr sz="1365"/>
            </a:lvl1pPr>
            <a:lvl2pPr marL="390083" indent="0">
              <a:buNone/>
              <a:defRPr sz="1194"/>
            </a:lvl2pPr>
            <a:lvl3pPr marL="780166" indent="0">
              <a:buNone/>
              <a:defRPr sz="1024"/>
            </a:lvl3pPr>
            <a:lvl4pPr marL="1170249" indent="0">
              <a:buNone/>
              <a:defRPr sz="853"/>
            </a:lvl4pPr>
            <a:lvl5pPr marL="1560332" indent="0">
              <a:buNone/>
              <a:defRPr sz="853"/>
            </a:lvl5pPr>
            <a:lvl6pPr marL="1950415" indent="0">
              <a:buNone/>
              <a:defRPr sz="853"/>
            </a:lvl6pPr>
            <a:lvl7pPr marL="2340498" indent="0">
              <a:buNone/>
              <a:defRPr sz="853"/>
            </a:lvl7pPr>
            <a:lvl8pPr marL="2730581" indent="0">
              <a:buNone/>
              <a:defRPr sz="853"/>
            </a:lvl8pPr>
            <a:lvl9pPr marL="3120664" indent="0">
              <a:buNone/>
              <a:defRPr sz="85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C1477-9631-4045-A375-7330E834B2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4D849-81A1-4DC9-8E84-9742B3D8C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904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923" y="390102"/>
            <a:ext cx="3473988" cy="1365356"/>
          </a:xfrm>
        </p:spPr>
        <p:txBody>
          <a:bodyPr anchor="b"/>
          <a:lstStyle>
            <a:lvl1pPr>
              <a:defRPr sz="273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9158" y="842512"/>
            <a:ext cx="5452914" cy="4158375"/>
          </a:xfrm>
        </p:spPr>
        <p:txBody>
          <a:bodyPr anchor="t"/>
          <a:lstStyle>
            <a:lvl1pPr marL="0" indent="0">
              <a:buNone/>
              <a:defRPr sz="2730"/>
            </a:lvl1pPr>
            <a:lvl2pPr marL="390083" indent="0">
              <a:buNone/>
              <a:defRPr sz="2389"/>
            </a:lvl2pPr>
            <a:lvl3pPr marL="780166" indent="0">
              <a:buNone/>
              <a:defRPr sz="2048"/>
            </a:lvl3pPr>
            <a:lvl4pPr marL="1170249" indent="0">
              <a:buNone/>
              <a:defRPr sz="1706"/>
            </a:lvl4pPr>
            <a:lvl5pPr marL="1560332" indent="0">
              <a:buNone/>
              <a:defRPr sz="1706"/>
            </a:lvl5pPr>
            <a:lvl6pPr marL="1950415" indent="0">
              <a:buNone/>
              <a:defRPr sz="1706"/>
            </a:lvl6pPr>
            <a:lvl7pPr marL="2340498" indent="0">
              <a:buNone/>
              <a:defRPr sz="1706"/>
            </a:lvl7pPr>
            <a:lvl8pPr marL="2730581" indent="0">
              <a:buNone/>
              <a:defRPr sz="1706"/>
            </a:lvl8pPr>
            <a:lvl9pPr marL="3120664" indent="0">
              <a:buNone/>
              <a:defRPr sz="170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923" y="1755458"/>
            <a:ext cx="3473988" cy="3252202"/>
          </a:xfrm>
        </p:spPr>
        <p:txBody>
          <a:bodyPr/>
          <a:lstStyle>
            <a:lvl1pPr marL="0" indent="0">
              <a:buNone/>
              <a:defRPr sz="1365"/>
            </a:lvl1pPr>
            <a:lvl2pPr marL="390083" indent="0">
              <a:buNone/>
              <a:defRPr sz="1194"/>
            </a:lvl2pPr>
            <a:lvl3pPr marL="780166" indent="0">
              <a:buNone/>
              <a:defRPr sz="1024"/>
            </a:lvl3pPr>
            <a:lvl4pPr marL="1170249" indent="0">
              <a:buNone/>
              <a:defRPr sz="853"/>
            </a:lvl4pPr>
            <a:lvl5pPr marL="1560332" indent="0">
              <a:buNone/>
              <a:defRPr sz="853"/>
            </a:lvl5pPr>
            <a:lvl6pPr marL="1950415" indent="0">
              <a:buNone/>
              <a:defRPr sz="853"/>
            </a:lvl6pPr>
            <a:lvl7pPr marL="2340498" indent="0">
              <a:buNone/>
              <a:defRPr sz="853"/>
            </a:lvl7pPr>
            <a:lvl8pPr marL="2730581" indent="0">
              <a:buNone/>
              <a:defRPr sz="853"/>
            </a:lvl8pPr>
            <a:lvl9pPr marL="3120664" indent="0">
              <a:buNone/>
              <a:defRPr sz="85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C1477-9631-4045-A375-7330E834B2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4D849-81A1-4DC9-8E84-9742B3D8C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139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C1477-9631-4045-A375-7330E834B2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4D849-81A1-4DC9-8E84-9742B3D8C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834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08132" y="311540"/>
            <a:ext cx="2322537" cy="49588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0519" y="311540"/>
            <a:ext cx="6832972" cy="49588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C1477-9631-4045-A375-7330E834B2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4D849-81A1-4DC9-8E84-9742B3D8C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446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0519" y="311540"/>
            <a:ext cx="9290150" cy="1131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519" y="1557698"/>
            <a:ext cx="9290150" cy="3712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0519" y="5423497"/>
            <a:ext cx="2423517" cy="3115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9C1477-9631-4045-A375-7330E834B2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67956" y="5423497"/>
            <a:ext cx="3635276" cy="3115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07152" y="5423497"/>
            <a:ext cx="2423517" cy="3115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64D849-81A1-4DC9-8E84-9742B3D8C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371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80166" rtl="0" eaLnBrk="1" latinLnBrk="0" hangingPunct="1">
        <a:lnSpc>
          <a:spcPct val="90000"/>
        </a:lnSpc>
        <a:spcBef>
          <a:spcPct val="0"/>
        </a:spcBef>
        <a:buNone/>
        <a:defRPr sz="375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5042" indent="-195042" algn="l" defTabSz="780166" rtl="0" eaLnBrk="1" latinLnBrk="0" hangingPunct="1">
        <a:lnSpc>
          <a:spcPct val="90000"/>
        </a:lnSpc>
        <a:spcBef>
          <a:spcPts val="853"/>
        </a:spcBef>
        <a:buFont typeface="Arial" panose="020B0604020202020204" pitchFamily="34" charset="0"/>
        <a:buChar char="•"/>
        <a:defRPr sz="2389" kern="1200">
          <a:solidFill>
            <a:schemeClr val="tx1"/>
          </a:solidFill>
          <a:latin typeface="+mn-lt"/>
          <a:ea typeface="+mn-ea"/>
          <a:cs typeface="+mn-cs"/>
        </a:defRPr>
      </a:lvl1pPr>
      <a:lvl2pPr marL="585125" indent="-195042" algn="l" defTabSz="780166" rtl="0" eaLnBrk="1" latinLnBrk="0" hangingPunct="1">
        <a:lnSpc>
          <a:spcPct val="90000"/>
        </a:lnSpc>
        <a:spcBef>
          <a:spcPts val="427"/>
        </a:spcBef>
        <a:buFont typeface="Arial" panose="020B0604020202020204" pitchFamily="34" charset="0"/>
        <a:buChar char="•"/>
        <a:defRPr sz="2048" kern="1200">
          <a:solidFill>
            <a:schemeClr val="tx1"/>
          </a:solidFill>
          <a:latin typeface="+mn-lt"/>
          <a:ea typeface="+mn-ea"/>
          <a:cs typeface="+mn-cs"/>
        </a:defRPr>
      </a:lvl2pPr>
      <a:lvl3pPr marL="975208" indent="-195042" algn="l" defTabSz="780166" rtl="0" eaLnBrk="1" latinLnBrk="0" hangingPunct="1">
        <a:lnSpc>
          <a:spcPct val="90000"/>
        </a:lnSpc>
        <a:spcBef>
          <a:spcPts val="427"/>
        </a:spcBef>
        <a:buFont typeface="Arial" panose="020B0604020202020204" pitchFamily="34" charset="0"/>
        <a:buChar char="•"/>
        <a:defRPr sz="1706" kern="1200">
          <a:solidFill>
            <a:schemeClr val="tx1"/>
          </a:solidFill>
          <a:latin typeface="+mn-lt"/>
          <a:ea typeface="+mn-ea"/>
          <a:cs typeface="+mn-cs"/>
        </a:defRPr>
      </a:lvl3pPr>
      <a:lvl4pPr marL="1365291" indent="-195042" algn="l" defTabSz="780166" rtl="0" eaLnBrk="1" latinLnBrk="0" hangingPunct="1">
        <a:lnSpc>
          <a:spcPct val="90000"/>
        </a:lnSpc>
        <a:spcBef>
          <a:spcPts val="427"/>
        </a:spcBef>
        <a:buFont typeface="Arial" panose="020B0604020202020204" pitchFamily="34" charset="0"/>
        <a:buChar char="•"/>
        <a:defRPr sz="1536" kern="1200">
          <a:solidFill>
            <a:schemeClr val="tx1"/>
          </a:solidFill>
          <a:latin typeface="+mn-lt"/>
          <a:ea typeface="+mn-ea"/>
          <a:cs typeface="+mn-cs"/>
        </a:defRPr>
      </a:lvl4pPr>
      <a:lvl5pPr marL="1755374" indent="-195042" algn="l" defTabSz="780166" rtl="0" eaLnBrk="1" latinLnBrk="0" hangingPunct="1">
        <a:lnSpc>
          <a:spcPct val="90000"/>
        </a:lnSpc>
        <a:spcBef>
          <a:spcPts val="427"/>
        </a:spcBef>
        <a:buFont typeface="Arial" panose="020B0604020202020204" pitchFamily="34" charset="0"/>
        <a:buChar char="•"/>
        <a:defRPr sz="1536" kern="1200">
          <a:solidFill>
            <a:schemeClr val="tx1"/>
          </a:solidFill>
          <a:latin typeface="+mn-lt"/>
          <a:ea typeface="+mn-ea"/>
          <a:cs typeface="+mn-cs"/>
        </a:defRPr>
      </a:lvl5pPr>
      <a:lvl6pPr marL="2145457" indent="-195042" algn="l" defTabSz="780166" rtl="0" eaLnBrk="1" latinLnBrk="0" hangingPunct="1">
        <a:lnSpc>
          <a:spcPct val="90000"/>
        </a:lnSpc>
        <a:spcBef>
          <a:spcPts val="427"/>
        </a:spcBef>
        <a:buFont typeface="Arial" panose="020B0604020202020204" pitchFamily="34" charset="0"/>
        <a:buChar char="•"/>
        <a:defRPr sz="1536" kern="1200">
          <a:solidFill>
            <a:schemeClr val="tx1"/>
          </a:solidFill>
          <a:latin typeface="+mn-lt"/>
          <a:ea typeface="+mn-ea"/>
          <a:cs typeface="+mn-cs"/>
        </a:defRPr>
      </a:lvl6pPr>
      <a:lvl7pPr marL="2535540" indent="-195042" algn="l" defTabSz="780166" rtl="0" eaLnBrk="1" latinLnBrk="0" hangingPunct="1">
        <a:lnSpc>
          <a:spcPct val="90000"/>
        </a:lnSpc>
        <a:spcBef>
          <a:spcPts val="427"/>
        </a:spcBef>
        <a:buFont typeface="Arial" panose="020B0604020202020204" pitchFamily="34" charset="0"/>
        <a:buChar char="•"/>
        <a:defRPr sz="1536" kern="1200">
          <a:solidFill>
            <a:schemeClr val="tx1"/>
          </a:solidFill>
          <a:latin typeface="+mn-lt"/>
          <a:ea typeface="+mn-ea"/>
          <a:cs typeface="+mn-cs"/>
        </a:defRPr>
      </a:lvl7pPr>
      <a:lvl8pPr marL="2925623" indent="-195042" algn="l" defTabSz="780166" rtl="0" eaLnBrk="1" latinLnBrk="0" hangingPunct="1">
        <a:lnSpc>
          <a:spcPct val="90000"/>
        </a:lnSpc>
        <a:spcBef>
          <a:spcPts val="427"/>
        </a:spcBef>
        <a:buFont typeface="Arial" panose="020B0604020202020204" pitchFamily="34" charset="0"/>
        <a:buChar char="•"/>
        <a:defRPr sz="1536" kern="1200">
          <a:solidFill>
            <a:schemeClr val="tx1"/>
          </a:solidFill>
          <a:latin typeface="+mn-lt"/>
          <a:ea typeface="+mn-ea"/>
          <a:cs typeface="+mn-cs"/>
        </a:defRPr>
      </a:lvl8pPr>
      <a:lvl9pPr marL="3315706" indent="-195042" algn="l" defTabSz="780166" rtl="0" eaLnBrk="1" latinLnBrk="0" hangingPunct="1">
        <a:lnSpc>
          <a:spcPct val="90000"/>
        </a:lnSpc>
        <a:spcBef>
          <a:spcPts val="427"/>
        </a:spcBef>
        <a:buFont typeface="Arial" panose="020B0604020202020204" pitchFamily="34" charset="0"/>
        <a:buChar char="•"/>
        <a:defRPr sz="15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0166" rtl="0" eaLnBrk="1" latinLnBrk="0" hangingPunct="1">
        <a:defRPr sz="1536" kern="1200">
          <a:solidFill>
            <a:schemeClr val="tx1"/>
          </a:solidFill>
          <a:latin typeface="+mn-lt"/>
          <a:ea typeface="+mn-ea"/>
          <a:cs typeface="+mn-cs"/>
        </a:defRPr>
      </a:lvl1pPr>
      <a:lvl2pPr marL="390083" algn="l" defTabSz="780166" rtl="0" eaLnBrk="1" latinLnBrk="0" hangingPunct="1">
        <a:defRPr sz="1536" kern="1200">
          <a:solidFill>
            <a:schemeClr val="tx1"/>
          </a:solidFill>
          <a:latin typeface="+mn-lt"/>
          <a:ea typeface="+mn-ea"/>
          <a:cs typeface="+mn-cs"/>
        </a:defRPr>
      </a:lvl2pPr>
      <a:lvl3pPr marL="780166" algn="l" defTabSz="780166" rtl="0" eaLnBrk="1" latinLnBrk="0" hangingPunct="1">
        <a:defRPr sz="1536" kern="1200">
          <a:solidFill>
            <a:schemeClr val="tx1"/>
          </a:solidFill>
          <a:latin typeface="+mn-lt"/>
          <a:ea typeface="+mn-ea"/>
          <a:cs typeface="+mn-cs"/>
        </a:defRPr>
      </a:lvl3pPr>
      <a:lvl4pPr marL="1170249" algn="l" defTabSz="780166" rtl="0" eaLnBrk="1" latinLnBrk="0" hangingPunct="1">
        <a:defRPr sz="1536" kern="1200">
          <a:solidFill>
            <a:schemeClr val="tx1"/>
          </a:solidFill>
          <a:latin typeface="+mn-lt"/>
          <a:ea typeface="+mn-ea"/>
          <a:cs typeface="+mn-cs"/>
        </a:defRPr>
      </a:lvl4pPr>
      <a:lvl5pPr marL="1560332" algn="l" defTabSz="780166" rtl="0" eaLnBrk="1" latinLnBrk="0" hangingPunct="1">
        <a:defRPr sz="1536" kern="1200">
          <a:solidFill>
            <a:schemeClr val="tx1"/>
          </a:solidFill>
          <a:latin typeface="+mn-lt"/>
          <a:ea typeface="+mn-ea"/>
          <a:cs typeface="+mn-cs"/>
        </a:defRPr>
      </a:lvl5pPr>
      <a:lvl6pPr marL="1950415" algn="l" defTabSz="780166" rtl="0" eaLnBrk="1" latinLnBrk="0" hangingPunct="1">
        <a:defRPr sz="1536" kern="1200">
          <a:solidFill>
            <a:schemeClr val="tx1"/>
          </a:solidFill>
          <a:latin typeface="+mn-lt"/>
          <a:ea typeface="+mn-ea"/>
          <a:cs typeface="+mn-cs"/>
        </a:defRPr>
      </a:lvl6pPr>
      <a:lvl7pPr marL="2340498" algn="l" defTabSz="780166" rtl="0" eaLnBrk="1" latinLnBrk="0" hangingPunct="1">
        <a:defRPr sz="1536" kern="1200">
          <a:solidFill>
            <a:schemeClr val="tx1"/>
          </a:solidFill>
          <a:latin typeface="+mn-lt"/>
          <a:ea typeface="+mn-ea"/>
          <a:cs typeface="+mn-cs"/>
        </a:defRPr>
      </a:lvl7pPr>
      <a:lvl8pPr marL="2730581" algn="l" defTabSz="780166" rtl="0" eaLnBrk="1" latinLnBrk="0" hangingPunct="1">
        <a:defRPr sz="1536" kern="1200">
          <a:solidFill>
            <a:schemeClr val="tx1"/>
          </a:solidFill>
          <a:latin typeface="+mn-lt"/>
          <a:ea typeface="+mn-ea"/>
          <a:cs typeface="+mn-cs"/>
        </a:defRPr>
      </a:lvl8pPr>
      <a:lvl9pPr marL="3120664" algn="l" defTabSz="780166" rtl="0" eaLnBrk="1" latinLnBrk="0" hangingPunct="1">
        <a:defRPr sz="15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.png"/><Relationship Id="rId21" Type="http://schemas.openxmlformats.org/officeDocument/2006/relationships/tags" Target="../tags/tag21.xml"/><Relationship Id="rId34" Type="http://schemas.openxmlformats.org/officeDocument/2006/relationships/image" Target="../media/image10.png"/><Relationship Id="rId42" Type="http://schemas.openxmlformats.org/officeDocument/2006/relationships/image" Target="../media/image18.png"/><Relationship Id="rId47" Type="http://schemas.openxmlformats.org/officeDocument/2006/relationships/image" Target="../media/image23.png"/><Relationship Id="rId50" Type="http://schemas.openxmlformats.org/officeDocument/2006/relationships/image" Target="../media/image26.png"/><Relationship Id="rId55" Type="http://schemas.openxmlformats.org/officeDocument/2006/relationships/image" Target="../media/image31.png"/><Relationship Id="rId63" Type="http://schemas.openxmlformats.org/officeDocument/2006/relationships/image" Target="../media/image39.png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9" Type="http://schemas.openxmlformats.org/officeDocument/2006/relationships/image" Target="../media/image5.png"/><Relationship Id="rId11" Type="http://schemas.openxmlformats.org/officeDocument/2006/relationships/tags" Target="../tags/tag11.xml"/><Relationship Id="rId24" Type="http://schemas.openxmlformats.org/officeDocument/2006/relationships/slideLayout" Target="../slideLayouts/slideLayout7.xml"/><Relationship Id="rId32" Type="http://schemas.openxmlformats.org/officeDocument/2006/relationships/image" Target="../media/image8.png"/><Relationship Id="rId37" Type="http://schemas.openxmlformats.org/officeDocument/2006/relationships/image" Target="../media/image13.png"/><Relationship Id="rId40" Type="http://schemas.openxmlformats.org/officeDocument/2006/relationships/image" Target="../media/image16.png"/><Relationship Id="rId45" Type="http://schemas.openxmlformats.org/officeDocument/2006/relationships/image" Target="../media/image21.png"/><Relationship Id="rId53" Type="http://schemas.openxmlformats.org/officeDocument/2006/relationships/image" Target="../media/image29.png"/><Relationship Id="rId58" Type="http://schemas.openxmlformats.org/officeDocument/2006/relationships/image" Target="../media/image34.png"/><Relationship Id="rId66" Type="http://schemas.openxmlformats.org/officeDocument/2006/relationships/image" Target="../media/image42.png"/><Relationship Id="rId5" Type="http://schemas.openxmlformats.org/officeDocument/2006/relationships/tags" Target="../tags/tag5.xml"/><Relationship Id="rId61" Type="http://schemas.openxmlformats.org/officeDocument/2006/relationships/image" Target="../media/image37.png"/><Relationship Id="rId19" Type="http://schemas.openxmlformats.org/officeDocument/2006/relationships/tags" Target="../tags/tag1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image" Target="../media/image3.png"/><Relationship Id="rId30" Type="http://schemas.openxmlformats.org/officeDocument/2006/relationships/image" Target="../media/image6.png"/><Relationship Id="rId35" Type="http://schemas.openxmlformats.org/officeDocument/2006/relationships/image" Target="../media/image11.png"/><Relationship Id="rId43" Type="http://schemas.openxmlformats.org/officeDocument/2006/relationships/image" Target="../media/image19.png"/><Relationship Id="rId48" Type="http://schemas.openxmlformats.org/officeDocument/2006/relationships/image" Target="../media/image24.png"/><Relationship Id="rId56" Type="http://schemas.openxmlformats.org/officeDocument/2006/relationships/image" Target="../media/image32.png"/><Relationship Id="rId64" Type="http://schemas.openxmlformats.org/officeDocument/2006/relationships/image" Target="../media/image40.png"/><Relationship Id="rId8" Type="http://schemas.openxmlformats.org/officeDocument/2006/relationships/tags" Target="../tags/tag8.xml"/><Relationship Id="rId51" Type="http://schemas.openxmlformats.org/officeDocument/2006/relationships/image" Target="../media/image27.png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image" Target="../media/image1.png"/><Relationship Id="rId33" Type="http://schemas.openxmlformats.org/officeDocument/2006/relationships/image" Target="../media/image9.png"/><Relationship Id="rId38" Type="http://schemas.openxmlformats.org/officeDocument/2006/relationships/image" Target="../media/image14.png"/><Relationship Id="rId46" Type="http://schemas.openxmlformats.org/officeDocument/2006/relationships/image" Target="../media/image22.png"/><Relationship Id="rId59" Type="http://schemas.openxmlformats.org/officeDocument/2006/relationships/image" Target="../media/image35.png"/><Relationship Id="rId20" Type="http://schemas.openxmlformats.org/officeDocument/2006/relationships/tags" Target="../tags/tag20.xml"/><Relationship Id="rId41" Type="http://schemas.openxmlformats.org/officeDocument/2006/relationships/image" Target="../media/image17.png"/><Relationship Id="rId54" Type="http://schemas.openxmlformats.org/officeDocument/2006/relationships/image" Target="../media/image30.png"/><Relationship Id="rId62" Type="http://schemas.openxmlformats.org/officeDocument/2006/relationships/image" Target="../media/image38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image" Target="../media/image4.png"/><Relationship Id="rId36" Type="http://schemas.openxmlformats.org/officeDocument/2006/relationships/image" Target="../media/image12.png"/><Relationship Id="rId49" Type="http://schemas.openxmlformats.org/officeDocument/2006/relationships/image" Target="../media/image25.png"/><Relationship Id="rId57" Type="http://schemas.openxmlformats.org/officeDocument/2006/relationships/image" Target="../media/image33.png"/><Relationship Id="rId10" Type="http://schemas.openxmlformats.org/officeDocument/2006/relationships/tags" Target="../tags/tag10.xml"/><Relationship Id="rId31" Type="http://schemas.openxmlformats.org/officeDocument/2006/relationships/image" Target="../media/image7.png"/><Relationship Id="rId44" Type="http://schemas.openxmlformats.org/officeDocument/2006/relationships/image" Target="../media/image20.png"/><Relationship Id="rId52" Type="http://schemas.openxmlformats.org/officeDocument/2006/relationships/image" Target="../media/image28.png"/><Relationship Id="rId60" Type="http://schemas.openxmlformats.org/officeDocument/2006/relationships/image" Target="../media/image36.png"/><Relationship Id="rId65" Type="http://schemas.openxmlformats.org/officeDocument/2006/relationships/image" Target="../media/image41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9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538CF20-27CC-A297-8B73-F7D11CBD6201}"/>
              </a:ext>
            </a:extLst>
          </p:cNvPr>
          <p:cNvPicPr>
            <a:picLocks noChangeAspect="1"/>
          </p:cNvPicPr>
          <p:nvPr/>
        </p:nvPicPr>
        <p:blipFill>
          <a:blip r:embed="rId25"/>
          <a:srcRect/>
          <a:stretch/>
        </p:blipFill>
        <p:spPr>
          <a:xfrm>
            <a:off x="10559" y="229631"/>
            <a:ext cx="10848071" cy="56171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F02C22-D044-5E93-E4B6-916C465C07C3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932142" y="3300541"/>
            <a:ext cx="336999" cy="914397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809477B-72FF-7743-0F10-9533B4F879D2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1269142" y="3757740"/>
            <a:ext cx="173949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BBF9F677-0FB9-FB37-B3E6-139D013CD80F}"/>
              </a:ext>
            </a:extLst>
          </p:cNvPr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>
            <a:off x="932142" y="2030819"/>
            <a:ext cx="361149" cy="914398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94C7944-53BF-92ED-47D2-896DE0CA51A7}"/>
              </a:ext>
            </a:extLst>
          </p:cNvPr>
          <p:cNvCxnSpPr>
            <a:cxnSpLocks/>
          </p:cNvCxnSpPr>
          <p:nvPr/>
        </p:nvCxnSpPr>
        <p:spPr>
          <a:xfrm>
            <a:off x="1293292" y="2372556"/>
            <a:ext cx="527888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E0164AE0-4CC7-F314-9A45-30E75E3F85E4}"/>
              </a:ext>
            </a:extLst>
          </p:cNvPr>
          <p:cNvPicPr>
            <a:picLocks noChangeAspect="1"/>
          </p:cNvPicPr>
          <p:nvPr/>
        </p:nvPicPr>
        <p:blipFill>
          <a:blip r:embed="rId28"/>
          <a:srcRect/>
          <a:stretch/>
        </p:blipFill>
        <p:spPr>
          <a:xfrm>
            <a:off x="2300330" y="2462196"/>
            <a:ext cx="403596" cy="914399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4B4F939-835C-C249-2ECB-DF7B46AD8A6E}"/>
              </a:ext>
            </a:extLst>
          </p:cNvPr>
          <p:cNvCxnSpPr>
            <a:cxnSpLocks/>
          </p:cNvCxnSpPr>
          <p:nvPr/>
        </p:nvCxnSpPr>
        <p:spPr>
          <a:xfrm flipV="1">
            <a:off x="2479904" y="2218562"/>
            <a:ext cx="0" cy="2436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FC3243A7-4A5C-8A9F-C00A-E6A203F675AE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>
            <a:off x="2724438" y="1037429"/>
            <a:ext cx="403596" cy="914399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B444CA9-0028-3AB3-7CF7-35F4E50C0681}"/>
              </a:ext>
            </a:extLst>
          </p:cNvPr>
          <p:cNvCxnSpPr>
            <a:cxnSpLocks/>
          </p:cNvCxnSpPr>
          <p:nvPr/>
        </p:nvCxnSpPr>
        <p:spPr>
          <a:xfrm flipH="1" flipV="1">
            <a:off x="2475039" y="1070790"/>
            <a:ext cx="248669" cy="2925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FFF435C5-9DD6-AE2C-3737-D17A7B9D34E0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/>
          <a:stretch/>
        </p:blipFill>
        <p:spPr>
          <a:xfrm>
            <a:off x="2300330" y="3488907"/>
            <a:ext cx="403596" cy="914399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852C2A9-48A2-4D34-50DD-DA5F3B63F301}"/>
              </a:ext>
            </a:extLst>
          </p:cNvPr>
          <p:cNvCxnSpPr>
            <a:cxnSpLocks/>
          </p:cNvCxnSpPr>
          <p:nvPr/>
        </p:nvCxnSpPr>
        <p:spPr>
          <a:xfrm flipH="1">
            <a:off x="2483078" y="4403306"/>
            <a:ext cx="1" cy="3252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4" name="Picture 43">
            <a:extLst>
              <a:ext uri="{FF2B5EF4-FFF2-40B4-BE49-F238E27FC236}">
                <a16:creationId xmlns:a16="http://schemas.microsoft.com/office/drawing/2014/main" id="{E9C9DD77-C71F-A9A2-D3FB-7A8F54B3CB1C}"/>
              </a:ext>
            </a:extLst>
          </p:cNvPr>
          <p:cNvPicPr>
            <a:picLocks noChangeAspect="1"/>
          </p:cNvPicPr>
          <p:nvPr/>
        </p:nvPicPr>
        <p:blipFill>
          <a:blip r:embed="rId31"/>
          <a:srcRect/>
          <a:stretch/>
        </p:blipFill>
        <p:spPr>
          <a:xfrm>
            <a:off x="4100830" y="4753708"/>
            <a:ext cx="573865" cy="914400"/>
          </a:xfrm>
          <a:prstGeom prst="rect">
            <a:avLst/>
          </a:prstGeom>
        </p:spPr>
      </p:pic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3238719-9EDB-B963-59A4-F8A7C40F6E00}"/>
              </a:ext>
            </a:extLst>
          </p:cNvPr>
          <p:cNvCxnSpPr/>
          <p:nvPr/>
        </p:nvCxnSpPr>
        <p:spPr>
          <a:xfrm flipV="1">
            <a:off x="4371966" y="4607048"/>
            <a:ext cx="0" cy="1214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" name="Picture 45">
            <a:extLst>
              <a:ext uri="{FF2B5EF4-FFF2-40B4-BE49-F238E27FC236}">
                <a16:creationId xmlns:a16="http://schemas.microsoft.com/office/drawing/2014/main" id="{7CE12C17-2A6B-9EEE-E279-B2A709D6E0D5}"/>
              </a:ext>
            </a:extLst>
          </p:cNvPr>
          <p:cNvPicPr>
            <a:picLocks noChangeAspect="1"/>
          </p:cNvPicPr>
          <p:nvPr/>
        </p:nvPicPr>
        <p:blipFill>
          <a:blip r:embed="rId32"/>
          <a:srcRect/>
          <a:stretch/>
        </p:blipFill>
        <p:spPr>
          <a:xfrm>
            <a:off x="3643077" y="2662142"/>
            <a:ext cx="575204" cy="914398"/>
          </a:xfrm>
          <a:prstGeom prst="rect">
            <a:avLst/>
          </a:prstGeom>
        </p:spPr>
      </p:pic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0B401B2-9C2A-E6CF-53C8-00D7BC48BA2A}"/>
              </a:ext>
            </a:extLst>
          </p:cNvPr>
          <p:cNvCxnSpPr>
            <a:cxnSpLocks/>
            <a:stCxn id="46" idx="3"/>
          </p:cNvCxnSpPr>
          <p:nvPr/>
        </p:nvCxnSpPr>
        <p:spPr>
          <a:xfrm flipV="1">
            <a:off x="4218281" y="2623066"/>
            <a:ext cx="686022" cy="4962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9" name="Picture 48">
            <a:extLst>
              <a:ext uri="{FF2B5EF4-FFF2-40B4-BE49-F238E27FC236}">
                <a16:creationId xmlns:a16="http://schemas.microsoft.com/office/drawing/2014/main" id="{D6F3B1E3-C896-EF08-F1DD-4B7BBE711A71}"/>
              </a:ext>
            </a:extLst>
          </p:cNvPr>
          <p:cNvPicPr>
            <a:picLocks noChangeAspect="1"/>
          </p:cNvPicPr>
          <p:nvPr/>
        </p:nvPicPr>
        <p:blipFill>
          <a:blip r:embed="rId33"/>
          <a:srcRect/>
          <a:stretch/>
        </p:blipFill>
        <p:spPr>
          <a:xfrm>
            <a:off x="2992436" y="3198583"/>
            <a:ext cx="573863" cy="914397"/>
          </a:xfrm>
          <a:prstGeom prst="rect">
            <a:avLst/>
          </a:prstGeom>
        </p:spPr>
      </p:pic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93B291E-31EB-DA78-B7B0-8EB09AABB7A5}"/>
              </a:ext>
            </a:extLst>
          </p:cNvPr>
          <p:cNvCxnSpPr>
            <a:cxnSpLocks/>
          </p:cNvCxnSpPr>
          <p:nvPr/>
        </p:nvCxnSpPr>
        <p:spPr>
          <a:xfrm>
            <a:off x="3561032" y="3825875"/>
            <a:ext cx="385638" cy="451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1" name="Picture 50">
            <a:extLst>
              <a:ext uri="{FF2B5EF4-FFF2-40B4-BE49-F238E27FC236}">
                <a16:creationId xmlns:a16="http://schemas.microsoft.com/office/drawing/2014/main" id="{DCAAA8AA-9037-585E-C14B-628223D729E2}"/>
              </a:ext>
            </a:extLst>
          </p:cNvPr>
          <p:cNvPicPr>
            <a:picLocks noChangeAspect="1"/>
          </p:cNvPicPr>
          <p:nvPr/>
        </p:nvPicPr>
        <p:blipFill>
          <a:blip r:embed="rId34"/>
          <a:srcRect/>
          <a:stretch/>
        </p:blipFill>
        <p:spPr>
          <a:xfrm>
            <a:off x="6502999" y="2204941"/>
            <a:ext cx="573864" cy="9144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93A991E7-2930-0B8C-06B3-3548CB2149A7}"/>
              </a:ext>
            </a:extLst>
          </p:cNvPr>
          <p:cNvPicPr>
            <a:picLocks noChangeAspect="1"/>
          </p:cNvPicPr>
          <p:nvPr/>
        </p:nvPicPr>
        <p:blipFill>
          <a:blip r:embed="rId35"/>
          <a:srcRect/>
          <a:stretch/>
        </p:blipFill>
        <p:spPr>
          <a:xfrm>
            <a:off x="8823002" y="3469475"/>
            <a:ext cx="829266" cy="914400"/>
          </a:xfrm>
          <a:prstGeom prst="rect">
            <a:avLst/>
          </a:prstGeom>
        </p:spPr>
      </p:pic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B785ED2-EA78-264E-D2F1-658CD2626EA7}"/>
              </a:ext>
            </a:extLst>
          </p:cNvPr>
          <p:cNvCxnSpPr>
            <a:cxnSpLocks/>
          </p:cNvCxnSpPr>
          <p:nvPr/>
        </p:nvCxnSpPr>
        <p:spPr>
          <a:xfrm flipH="1" flipV="1">
            <a:off x="8629823" y="3488907"/>
            <a:ext cx="192875" cy="1078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8" name="Picture 57">
            <a:extLst>
              <a:ext uri="{FF2B5EF4-FFF2-40B4-BE49-F238E27FC236}">
                <a16:creationId xmlns:a16="http://schemas.microsoft.com/office/drawing/2014/main" id="{9EB0CC78-2B50-E91E-DBBF-A4B622E79F28}"/>
              </a:ext>
            </a:extLst>
          </p:cNvPr>
          <p:cNvPicPr>
            <a:picLocks noChangeAspect="1"/>
          </p:cNvPicPr>
          <p:nvPr/>
        </p:nvPicPr>
        <p:blipFill>
          <a:blip r:embed="rId36"/>
          <a:srcRect/>
          <a:stretch/>
        </p:blipFill>
        <p:spPr>
          <a:xfrm>
            <a:off x="7282047" y="2320657"/>
            <a:ext cx="745351" cy="914399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752889E6-CD06-C612-220E-CBE7611812CD}"/>
              </a:ext>
            </a:extLst>
          </p:cNvPr>
          <p:cNvPicPr>
            <a:picLocks noChangeAspect="1"/>
          </p:cNvPicPr>
          <p:nvPr/>
        </p:nvPicPr>
        <p:blipFill>
          <a:blip r:embed="rId37"/>
          <a:srcRect/>
          <a:stretch/>
        </p:blipFill>
        <p:spPr>
          <a:xfrm>
            <a:off x="6197921" y="3157616"/>
            <a:ext cx="573864" cy="91440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1DC4639A-8C71-5915-571E-6A1859EBE87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8"/>
          <a:stretch>
            <a:fillRect/>
          </a:stretch>
        </p:blipFill>
        <p:spPr>
          <a:xfrm>
            <a:off x="967808" y="1905385"/>
            <a:ext cx="288000" cy="103314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4A68F914-3AF3-350F-7C83-D30DF2C3327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9"/>
          <a:stretch>
            <a:fillRect/>
          </a:stretch>
        </p:blipFill>
        <p:spPr>
          <a:xfrm>
            <a:off x="940376" y="3173629"/>
            <a:ext cx="347428" cy="106971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EFDE45E4-D4F5-AE8B-06C8-2D60A7BE682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0"/>
          <a:stretch>
            <a:fillRect/>
          </a:stretch>
        </p:blipFill>
        <p:spPr>
          <a:xfrm>
            <a:off x="2171081" y="3522496"/>
            <a:ext cx="128000" cy="103314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B9F20AD8-95CE-2687-801C-E938614EFC96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41"/>
          <a:stretch>
            <a:fillRect/>
          </a:stretch>
        </p:blipFill>
        <p:spPr>
          <a:xfrm>
            <a:off x="3122684" y="3074682"/>
            <a:ext cx="294399" cy="126171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CCF54528-90F7-3E2C-6067-4CC58700B669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2"/>
          <a:stretch>
            <a:fillRect/>
          </a:stretch>
        </p:blipFill>
        <p:spPr>
          <a:xfrm>
            <a:off x="9086464" y="3340568"/>
            <a:ext cx="298056" cy="126171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1889F607-B38A-0E93-4747-85CDE5BD5834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43"/>
          <a:stretch>
            <a:fillRect/>
          </a:stretch>
        </p:blipFill>
        <p:spPr>
          <a:xfrm>
            <a:off x="5688885" y="633198"/>
            <a:ext cx="347427" cy="137143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A16D0062-78BF-D9FB-C563-C5B502C8BBC0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44"/>
          <a:stretch>
            <a:fillRect/>
          </a:stretch>
        </p:blipFill>
        <p:spPr>
          <a:xfrm>
            <a:off x="4956118" y="634922"/>
            <a:ext cx="407770" cy="140800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7453C956-2B78-B262-1E14-6EF288C6F498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45"/>
          <a:stretch>
            <a:fillRect/>
          </a:stretch>
        </p:blipFill>
        <p:spPr>
          <a:xfrm>
            <a:off x="8027398" y="3076366"/>
            <a:ext cx="271541" cy="131658"/>
          </a:xfrm>
          <a:prstGeom prst="rect">
            <a:avLst/>
          </a:prstGeom>
        </p:spPr>
      </p:pic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B3C6FCCE-0852-25F3-463A-1BDB21A23696}"/>
              </a:ext>
            </a:extLst>
          </p:cNvPr>
          <p:cNvCxnSpPr>
            <a:cxnSpLocks/>
          </p:cNvCxnSpPr>
          <p:nvPr/>
        </p:nvCxnSpPr>
        <p:spPr>
          <a:xfrm flipV="1">
            <a:off x="7476015" y="2142866"/>
            <a:ext cx="0" cy="1777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17609D72-5750-8E50-E9C3-9BC4A33449F9}"/>
              </a:ext>
            </a:extLst>
          </p:cNvPr>
          <p:cNvCxnSpPr>
            <a:cxnSpLocks/>
          </p:cNvCxnSpPr>
          <p:nvPr/>
        </p:nvCxnSpPr>
        <p:spPr>
          <a:xfrm flipH="1">
            <a:off x="6278050" y="2858617"/>
            <a:ext cx="2040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E6A8CC22-6EF6-7C92-9AB8-B6E38AFE3304}"/>
              </a:ext>
            </a:extLst>
          </p:cNvPr>
          <p:cNvCxnSpPr>
            <a:cxnSpLocks/>
          </p:cNvCxnSpPr>
          <p:nvPr/>
        </p:nvCxnSpPr>
        <p:spPr>
          <a:xfrm flipH="1" flipV="1">
            <a:off x="5636190" y="2725681"/>
            <a:ext cx="537971" cy="6509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1" name="Picture 90">
            <a:extLst>
              <a:ext uri="{FF2B5EF4-FFF2-40B4-BE49-F238E27FC236}">
                <a16:creationId xmlns:a16="http://schemas.microsoft.com/office/drawing/2014/main" id="{B1DFB830-9020-9838-7D34-03E581C3F34F}"/>
              </a:ext>
            </a:extLst>
          </p:cNvPr>
          <p:cNvPicPr>
            <a:picLocks noChangeAspect="1"/>
          </p:cNvPicPr>
          <p:nvPr/>
        </p:nvPicPr>
        <p:blipFill>
          <a:blip r:embed="rId46"/>
          <a:srcRect/>
          <a:stretch/>
        </p:blipFill>
        <p:spPr>
          <a:xfrm>
            <a:off x="5445467" y="3322918"/>
            <a:ext cx="573864" cy="914400"/>
          </a:xfrm>
          <a:prstGeom prst="rect">
            <a:avLst/>
          </a:prstGeom>
        </p:spPr>
      </p:pic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47BE6E37-4280-0772-7B6F-96C786F821CF}"/>
              </a:ext>
            </a:extLst>
          </p:cNvPr>
          <p:cNvCxnSpPr>
            <a:cxnSpLocks/>
            <a:stCxn id="91" idx="1"/>
          </p:cNvCxnSpPr>
          <p:nvPr/>
        </p:nvCxnSpPr>
        <p:spPr>
          <a:xfrm flipH="1">
            <a:off x="4936704" y="3780118"/>
            <a:ext cx="508093" cy="1207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3" name="Picture 92">
            <a:extLst>
              <a:ext uri="{FF2B5EF4-FFF2-40B4-BE49-F238E27FC236}">
                <a16:creationId xmlns:a16="http://schemas.microsoft.com/office/drawing/2014/main" id="{D983405D-C76B-C64B-D547-6C63D540338B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47"/>
          <a:stretch>
            <a:fillRect/>
          </a:stretch>
        </p:blipFill>
        <p:spPr>
          <a:xfrm>
            <a:off x="5613000" y="3216648"/>
            <a:ext cx="249599" cy="128000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53E2E1F9-61EB-6F74-2AD4-A7DC0F64A08F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48"/>
          <a:stretch>
            <a:fillRect/>
          </a:stretch>
        </p:blipFill>
        <p:spPr>
          <a:xfrm>
            <a:off x="6772974" y="3671235"/>
            <a:ext cx="104228" cy="103314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60C5F468-3D37-3DAC-0B95-5F18B54FA751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49"/>
          <a:stretch>
            <a:fillRect/>
          </a:stretch>
        </p:blipFill>
        <p:spPr>
          <a:xfrm>
            <a:off x="6233366" y="2272967"/>
            <a:ext cx="248685" cy="126171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FAF1AAFE-F170-68E8-D30D-156004CF5B7F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50"/>
          <a:stretch>
            <a:fillRect/>
          </a:stretch>
        </p:blipFill>
        <p:spPr>
          <a:xfrm>
            <a:off x="3852145" y="4755972"/>
            <a:ext cx="245028" cy="126171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47074F17-7CCB-1BAF-3BCD-2DD047BA56B1}"/>
              </a:ext>
            </a:extLst>
          </p:cNvPr>
          <p:cNvPicPr>
            <a:picLocks noChangeAspect="1"/>
          </p:cNvPicPr>
          <p:nvPr/>
        </p:nvPicPr>
        <p:blipFill>
          <a:blip r:embed="rId51"/>
          <a:srcRect/>
          <a:stretch/>
        </p:blipFill>
        <p:spPr>
          <a:xfrm>
            <a:off x="6247981" y="297424"/>
            <a:ext cx="745351" cy="914399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45DFE806-77F2-79EF-409F-4DDE83646837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52"/>
          <a:stretch>
            <a:fillRect/>
          </a:stretch>
        </p:blipFill>
        <p:spPr>
          <a:xfrm>
            <a:off x="6982572" y="520344"/>
            <a:ext cx="382169" cy="129829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9DD34FF8-EE0E-6437-E35C-F762FC45A9B3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53"/>
          <a:stretch>
            <a:fillRect/>
          </a:stretch>
        </p:blipFill>
        <p:spPr>
          <a:xfrm>
            <a:off x="8152291" y="4676883"/>
            <a:ext cx="187429" cy="1252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A28C854-CD1F-4A62-3F10-0812A3ECAB56}"/>
              </a:ext>
            </a:extLst>
      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8976218" y="972047"/>
            <a:ext cx="829876" cy="914400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48B93AA4-2891-1281-38FA-D360B6E19750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55"/>
          <a:stretch>
            <a:fillRect/>
          </a:stretch>
        </p:blipFill>
        <p:spPr>
          <a:xfrm>
            <a:off x="9174623" y="867142"/>
            <a:ext cx="383083" cy="131658"/>
          </a:xfrm>
          <a:prstGeom prst="rect">
            <a:avLst/>
          </a:prstGeom>
        </p:spPr>
      </p:pic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C5FE4169-00EE-7FE4-7739-381546DA6B52}"/>
              </a:ext>
            </a:extLst>
          </p:cNvPr>
          <p:cNvCxnSpPr>
            <a:cxnSpLocks/>
          </p:cNvCxnSpPr>
          <p:nvPr/>
        </p:nvCxnSpPr>
        <p:spPr>
          <a:xfrm flipH="1" flipV="1">
            <a:off x="8629823" y="866137"/>
            <a:ext cx="393316" cy="961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8E8C2ED4-2F74-540D-9D09-A48E81522F9E}"/>
              </a:ext>
            </a:extLst>
          </p:cNvPr>
          <p:cNvCxnSpPr>
            <a:cxnSpLocks/>
          </p:cNvCxnSpPr>
          <p:nvPr/>
        </p:nvCxnSpPr>
        <p:spPr>
          <a:xfrm>
            <a:off x="6993332" y="851798"/>
            <a:ext cx="398068" cy="2506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 descr="\documentclass{article}&#10;\usepackage{amsmath}&#10;\pagestyle{empty}&#10;\begin{document}&#10;&#10;$\mathrm{IWF}$&#10;&#10;&#10;\end{document}" title="IguanaTex Bitmap Display">
            <a:extLst>
              <a:ext uri="{FF2B5EF4-FFF2-40B4-BE49-F238E27FC236}">
                <a16:creationId xmlns:a16="http://schemas.microsoft.com/office/drawing/2014/main" id="{EB3A6211-41EF-DA49-FD1C-F08FC7B242EA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56"/>
          <a:stretch>
            <a:fillRect/>
          </a:stretch>
        </p:blipFill>
        <p:spPr>
          <a:xfrm>
            <a:off x="2775339" y="929941"/>
            <a:ext cx="301794" cy="107000"/>
          </a:xfrm>
          <a:prstGeom prst="rect">
            <a:avLst/>
          </a:prstGeom>
        </p:spPr>
      </p:pic>
      <p:pic>
        <p:nvPicPr>
          <p:cNvPr id="26" name="Picture 25" descr="\documentclass{article}&#10;\usepackage{amsmath}&#10;\pagestyle{empty}&#10;\begin{document}&#10;&#10;&#10;WF&#10;&#10;&#10;\end{document}" title="IguanaTex Bitmap Display">
            <a:extLst>
              <a:ext uri="{FF2B5EF4-FFF2-40B4-BE49-F238E27FC236}">
                <a16:creationId xmlns:a16="http://schemas.microsoft.com/office/drawing/2014/main" id="{64AE6B28-3912-3F1E-DBBF-0D651A02C569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57"/>
          <a:stretch>
            <a:fillRect/>
          </a:stretch>
        </p:blipFill>
        <p:spPr>
          <a:xfrm>
            <a:off x="2190821" y="2329028"/>
            <a:ext cx="246922" cy="107000"/>
          </a:xfrm>
          <a:prstGeom prst="rect">
            <a:avLst/>
          </a:prstGeom>
        </p:spPr>
      </p:pic>
      <p:pic>
        <p:nvPicPr>
          <p:cNvPr id="29" name="Picture 28" descr="\documentclass{article}&#10;\usepackage{amsmath}&#10;\pagestyle{empty}&#10;\begin{document}&#10;&#10;TWF&#10;&#10;&#10;\end{document}" title="IguanaTex Bitmap Display">
            <a:extLst>
              <a:ext uri="{FF2B5EF4-FFF2-40B4-BE49-F238E27FC236}">
                <a16:creationId xmlns:a16="http://schemas.microsoft.com/office/drawing/2014/main" id="{79BE1D86-B41F-F9F6-A8B0-A532AE5FA097}"/>
              </a:ext>
            </a:extLst>
          </p:cNvPr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58"/>
          <a:stretch>
            <a:fillRect/>
          </a:stretch>
        </p:blipFill>
        <p:spPr>
          <a:xfrm>
            <a:off x="3711511" y="2549137"/>
            <a:ext cx="353922" cy="107000"/>
          </a:xfrm>
          <a:prstGeom prst="rect">
            <a:avLst/>
          </a:prstGeom>
        </p:spPr>
      </p:pic>
      <p:pic>
        <p:nvPicPr>
          <p:cNvPr id="32" name="Picture 31" descr="\documentclass{article}&#10;\usepackage{amsmath}&#10;\pagestyle{empty}&#10;\begin{document}&#10;&#10;$\mathrm{IWF}^2$&#10;&#10;&#10;\end{document}" title="IguanaTex Bitmap Display">
            <a:extLst>
              <a:ext uri="{FF2B5EF4-FFF2-40B4-BE49-F238E27FC236}">
                <a16:creationId xmlns:a16="http://schemas.microsoft.com/office/drawing/2014/main" id="{22E49E2E-A9AC-1B67-420C-52757656AA71}"/>
              </a:ext>
            </a:extLst>
          </p:cNvPr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59"/>
          <a:stretch>
            <a:fillRect/>
          </a:stretch>
        </p:blipFill>
        <p:spPr>
          <a:xfrm>
            <a:off x="8118320" y="494999"/>
            <a:ext cx="361238" cy="139923"/>
          </a:xfrm>
          <a:prstGeom prst="rect">
            <a:avLst/>
          </a:prstGeom>
        </p:spPr>
      </p:pic>
      <p:pic>
        <p:nvPicPr>
          <p:cNvPr id="37" name="Picture 36" descr="\documentclass{article}&#10;\usepackage{amsmath}&#10;\pagestyle{empty}&#10;\begin{document}&#10;&#10;$\mathrm{WF}^2$&#10;&#10;&#10;\end{document}" title="IguanaTex Bitmap Display">
            <a:extLst>
              <a:ext uri="{FF2B5EF4-FFF2-40B4-BE49-F238E27FC236}">
                <a16:creationId xmlns:a16="http://schemas.microsoft.com/office/drawing/2014/main" id="{F4913A2B-FE6A-1026-FFDE-02B2DF828CC1}"/>
              </a:ext>
            </a:extLst>
          </p:cNvPr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60"/>
          <a:stretch>
            <a:fillRect/>
          </a:stretch>
        </p:blipFill>
        <p:spPr>
          <a:xfrm>
            <a:off x="9377087" y="2259216"/>
            <a:ext cx="306366" cy="1399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72C401-E933-35C0-193E-5387A0EA42F6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4359358" y="964813"/>
            <a:ext cx="530772" cy="91440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4117645-4354-E298-49B8-24DFB88CC0C4}"/>
              </a:ext>
            </a:extLst>
          </p:cNvPr>
          <p:cNvCxnSpPr>
            <a:cxnSpLocks/>
          </p:cNvCxnSpPr>
          <p:nvPr/>
        </p:nvCxnSpPr>
        <p:spPr>
          <a:xfrm flipH="1">
            <a:off x="4190139" y="1874617"/>
            <a:ext cx="148675" cy="1971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B40C536E-FC8F-12D2-D760-C51843893786}"/>
              </a:ext>
            </a:extLst>
      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986213" y="707894"/>
            <a:ext cx="360505" cy="914400"/>
          </a:xfrm>
          <a:prstGeom prst="rect">
            <a:avLst/>
          </a:prstGeom>
        </p:spPr>
      </p:pic>
      <p:pic>
        <p:nvPicPr>
          <p:cNvPr id="14" name="Picture 13" descr="\documentclass{article}&#10;\usepackage{amsmath}&#10;\pagestyle{empty}&#10;\begin{document}&#10;&#10;$\mathrm{PO}_1$&#10;&#10;&#10;\end{document}" title="IguanaTex Bitmap Display">
            <a:extLst>
              <a:ext uri="{FF2B5EF4-FFF2-40B4-BE49-F238E27FC236}">
                <a16:creationId xmlns:a16="http://schemas.microsoft.com/office/drawing/2014/main" id="{7BD48554-E797-202D-0AF6-C4DA10C5B233}"/>
              </a:ext>
            </a:extLst>
          </p:cNvPr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63"/>
          <a:stretch>
            <a:fillRect/>
          </a:stretch>
        </p:blipFill>
        <p:spPr>
          <a:xfrm>
            <a:off x="1032980" y="602707"/>
            <a:ext cx="266970" cy="129829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F4AC5FA-3759-E497-CFAE-1431B859A5F3}"/>
              </a:ext>
            </a:extLst>
          </p:cNvPr>
          <p:cNvCxnSpPr>
            <a:cxnSpLocks/>
          </p:cNvCxnSpPr>
          <p:nvPr/>
        </p:nvCxnSpPr>
        <p:spPr>
          <a:xfrm>
            <a:off x="1346718" y="1440826"/>
            <a:ext cx="391595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6" name="Picture 35">
            <a:extLst>
              <a:ext uri="{FF2B5EF4-FFF2-40B4-BE49-F238E27FC236}">
                <a16:creationId xmlns:a16="http://schemas.microsoft.com/office/drawing/2014/main" id="{54B9098D-AA82-8315-D569-804845ECB185}"/>
              </a:ext>
            </a:extLst>
      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3421274" y="707894"/>
            <a:ext cx="428822" cy="914400"/>
          </a:xfrm>
          <a:prstGeom prst="rect">
            <a:avLst/>
          </a:prstGeom>
        </p:spPr>
      </p:pic>
      <p:pic>
        <p:nvPicPr>
          <p:cNvPr id="9" name="Picture 8" descr="\documentclass{article}&#10;\usepackage{amsmath}&#10;\pagestyle{empty}&#10;\begin{document}&#10;&#10;$\mathrm{PO}_2$&#10;&#10;&#10;\end{document}" title="IguanaTex Bitmap Display">
            <a:extLst>
              <a:ext uri="{FF2B5EF4-FFF2-40B4-BE49-F238E27FC236}">
                <a16:creationId xmlns:a16="http://schemas.microsoft.com/office/drawing/2014/main" id="{2126F0F5-09BC-CEA7-0D5A-456EC135FD35}"/>
              </a:ext>
            </a:extLst>
          </p:cNvPr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65"/>
          <a:stretch>
            <a:fillRect/>
          </a:stretch>
        </p:blipFill>
        <p:spPr>
          <a:xfrm>
            <a:off x="3850096" y="736308"/>
            <a:ext cx="270627" cy="129829"/>
          </a:xfrm>
          <a:prstGeom prst="rect">
            <a:avLst/>
          </a:prstGeom>
        </p:spPr>
      </p:pic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F61F08A-A579-49E4-0725-8A3017F8DBA6}"/>
              </a:ext>
            </a:extLst>
          </p:cNvPr>
          <p:cNvCxnSpPr>
            <a:cxnSpLocks/>
          </p:cNvCxnSpPr>
          <p:nvPr/>
        </p:nvCxnSpPr>
        <p:spPr>
          <a:xfrm flipH="1" flipV="1">
            <a:off x="3222462" y="679451"/>
            <a:ext cx="194389" cy="1462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\documentclass{article}&#10;\usepackage{amsmath}&#10;\pagestyle{empty}&#10;\begin{document}&#10;&#10;$\mathrm{RPO}_1$&#10;&#10;&#10;\end{document}" title="IguanaTex Bitmap Display">
            <a:extLst>
              <a:ext uri="{FF2B5EF4-FFF2-40B4-BE49-F238E27FC236}">
                <a16:creationId xmlns:a16="http://schemas.microsoft.com/office/drawing/2014/main" id="{E658B396-3B62-9742-BDA3-12FBD834C2AE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66"/>
          <a:stretch>
            <a:fillRect/>
          </a:stretch>
        </p:blipFill>
        <p:spPr>
          <a:xfrm>
            <a:off x="3981418" y="1682828"/>
            <a:ext cx="378512" cy="129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7158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84.73937"/>
  <p:tag name="ORIGINALWIDTH" val=" 236.2205"/>
  <p:tag name="OUTPUTTYPE" val="PNG"/>
  <p:tag name="IGUANATEXVERSION" val="162"/>
  <p:tag name="LATEXADDIN" val="\documentclass{article}&#10;\usepackage{amsmath}&#10;\pagestyle{empty}&#10;\begin{document}&#10;&#10;$\mathrm{IEM}$&#10;&#10;&#10;\end{document}"/>
  <p:tag name="IGUANATEXSIZE" val="12"/>
  <p:tag name="IGUANATEXCURSOR" val="94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87.73905"/>
  <p:tag name="ORIGINALWIDTH" val=" 284.9644"/>
  <p:tag name="OUTPUTTYPE" val="PNG"/>
  <p:tag name="IGUANATEXVERSION" val="162"/>
  <p:tag name="LATEXADDIN" val="\documentclass{article}&#10;\usepackage{amsmath}&#10;\pagestyle{empty}&#10;\begin{document}&#10;&#10;$\mathrm{VEM}$&#10;&#10;&#10;\end{document}"/>
  <p:tag name="IGUANATEXSIZE" val="12"/>
  <p:tag name="IGUANATEXCURSOR" val="94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84.73937"/>
  <p:tag name="ORIGINALWIDTH" val=" 104.9868"/>
  <p:tag name="OUTPUTTYPE" val="PNG"/>
  <p:tag name="IGUANATEXVERSION" val="162"/>
  <p:tag name="LATEXADDIN" val="\documentclass{article}&#10;\usepackage{amsmath}&#10;\pagestyle{empty}&#10;\begin{document}&#10;&#10;$\mathrm{M}$&#10;&#10;&#10;\end{document}"/>
  <p:tag name="IGUANATEXSIZE" val="12"/>
  <p:tag name="IGUANATEXCURSOR" val="92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03.4871"/>
  <p:tag name="ORIGINALWIDTH" val=" 241.4698"/>
  <p:tag name="OUTPUTTYPE" val="PNG"/>
  <p:tag name="IGUANATEXVERSION" val="162"/>
  <p:tag name="LATEXADDIN" val="\documentclass{article}&#10;\usepackage{amsmath}&#10;\pagestyle{empty}&#10;\begin{document}&#10;&#10;$\mathrm{TM}_1$&#10;&#10;&#10;\end{document}"/>
  <p:tag name="IGUANATEXSIZE" val="12"/>
  <p:tag name="IGUANATEXCURSOR" val="93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03.4871"/>
  <p:tag name="ORIGINALWIDTH" val=" 244.4695"/>
  <p:tag name="OUTPUTTYPE" val="PNG"/>
  <p:tag name="IGUANATEXVERSION" val="162"/>
  <p:tag name="LATEXADDIN" val="\documentclass{article}&#10;\usepackage{amsmath}&#10;\pagestyle{empty}&#10;\begin{document}&#10;&#10;$\mathrm{TM}_2$&#10;&#10;&#10;\end{document}"/>
  <p:tag name="IGUANATEXSIZE" val="12"/>
  <p:tag name="IGUANATEXCURSOR" val="93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12.4859"/>
  <p:tag name="ORIGINALWIDTH" val=" 284.9644"/>
  <p:tag name="OUTPUTTYPE" val="PNG"/>
  <p:tag name="IGUANATEXVERSION" val="162"/>
  <p:tag name="LATEXADDIN" val="\documentclass{article}&#10;\usepackage{amsmath}&#10;\pagestyle{empty}&#10;\begin{document}&#10;&#10;$\mathrm{IEM}^2$&#10;&#10;&#10;\end{document}"/>
  <p:tag name="IGUANATEXSIZE" val="12"/>
  <p:tag name="IGUANATEXCURSOR" val="96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15.4856"/>
  <p:tag name="ORIGINALWIDTH" val=" 334.4582"/>
  <p:tag name="OUTPUTTYPE" val="PNG"/>
  <p:tag name="IGUANATEXVERSION" val="162"/>
  <p:tag name="LATEXADDIN" val="\documentclass{article}&#10;\usepackage{amsmath}&#10;\pagestyle{empty}&#10;\begin{document}&#10;&#10;$\mathrm{VEM}^2$&#10;&#10;&#10;\end{document}"/>
  <p:tag name="IGUANATEXSIZE" val="12"/>
  <p:tag name="IGUANATEXCURSOR" val="96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07.9865"/>
  <p:tag name="ORIGINALWIDTH" val=" 222.7221"/>
  <p:tag name="OUTPUTTYPE" val="PNG"/>
  <p:tag name="IGUANATEXVERSION" val="162"/>
  <p:tag name="LATEXADDIN" val="\documentclass{article}&#10;\usepackage{amsmath}&#10;\pagestyle{empty}&#10;\begin{document}&#10;&#10;$\mathrm{PO}_3$&#10;&#10;&#10;\end{document}"/>
  <p:tag name="IGUANATEXSIZE" val="12"/>
  <p:tag name="IGUANATEXCURSOR" val="95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04.9868"/>
  <p:tag name="ORIGINALWIDTH" val=" 204.7244"/>
  <p:tag name="OUTPUTTYPE" val="PNG"/>
  <p:tag name="IGUANATEXVERSION" val="162"/>
  <p:tag name="LATEXADDIN" val="\documentclass{article}&#10;\usepackage{amsmath}&#10;\pagestyle{empty}&#10;\begin{document}&#10;&#10;$\mathrm{sM}_3$&#10;&#10;&#10;\end{document}"/>
  <p:tag name="IGUANATEXSIZE" val="12"/>
  <p:tag name="IGUANATEXCURSOR" val="93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84.73937"/>
  <p:tag name="ORIGINALWIDTH" val=" 85.48929"/>
  <p:tag name="OUTPUTTYPE" val="PNG"/>
  <p:tag name="IGUANATEXVERSION" val="162"/>
  <p:tag name="LATEXADDIN" val="\documentclass{article}&#10;\usepackage{amsmath}&#10;\pagestyle{empty}&#10;\begin{document}&#10;&#10;$\mathrm{H}$&#10;&#10;&#10;\end{document}"/>
  <p:tag name="IGUANATEXSIZE" val="12"/>
  <p:tag name="IGUANATEXCURSOR" val="92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03.4871"/>
  <p:tag name="ORIGINALWIDTH" val=" 203.9745"/>
  <p:tag name="OUTPUTTYPE" val="PNG"/>
  <p:tag name="IGUANATEXVERSION" val="162"/>
  <p:tag name="LATEXADDIN" val="\documentclass{article}&#10;\usepackage{amsmath}&#10;\pagestyle{empty}&#10;\begin{document}&#10;&#10;$\mathrm{sM}_2$&#10;&#10;&#10;\end{document}"/>
  <p:tag name="IGUANATEXSIZE" val="12"/>
  <p:tag name="IGUANATEXCURSOR" val="93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03.4871"/>
  <p:tag name="ORIGINALWIDTH" val=" 200.9749"/>
  <p:tag name="OUTPUTTYPE" val="PNG"/>
  <p:tag name="IGUANATEXVERSION" val="162"/>
  <p:tag name="LATEXADDIN" val="\documentclass{article}&#10;\usepackage{amsmath}&#10;\pagestyle{empty}&#10;\begin{document}&#10;&#10;$\mathrm{sM}_1$&#10;&#10;&#10;\end{document}"/>
  <p:tag name="IGUANATEXSIZE" val="12"/>
  <p:tag name="IGUANATEXCURSOR" val="93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06.4867"/>
  <p:tag name="ORIGINALWIDTH" val=" 313.4608"/>
  <p:tag name="OUTPUTTYPE" val="PNG"/>
  <p:tag name="IGUANATEXVERSION" val="162"/>
  <p:tag name="LATEXADDIN" val="\documentclass{article}&#10;\usepackage{amsmath}&#10;\pagestyle{empty}&#10;\begin{document}&#10;&#10;$\mathrm{RPO}_2$&#10;&#10;&#10;\end{document}"/>
  <p:tag name="IGUANATEXSIZE" val="12"/>
  <p:tag name="IGUANATEXCURSOR" val="96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02.7372"/>
  <p:tag name="ORIGINALWIDTH" val=" 153.7308"/>
  <p:tag name="OUTPUTTYPE" val="PNG"/>
  <p:tag name="IGUANATEXVERSION" val="162"/>
  <p:tag name="LATEXADDIN" val="\documentclass{article}&#10;\usepackage{amsmath}&#10;\pagestyle{empty}&#10;\begin{document}&#10;&#10;$\mathrm{M}^2$&#10;&#10;&#10;\end{document}"/>
  <p:tag name="IGUANATEXSIZE" val="12"/>
  <p:tag name="IGUANATEXCURSOR" val="94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07.9865"/>
  <p:tag name="ORIGINALWIDTH" val=" 314.2107"/>
  <p:tag name="OUTPUTTYPE" val="PNG"/>
  <p:tag name="IGUANATEXVERSION" val="162"/>
  <p:tag name="LATEXADDIN" val="\documentclass{article}&#10;\usepackage{amsmath}&#10;\pagestyle{empty}&#10;\begin{document}&#10;&#10;$\mathrm{RPO}_3$&#10;&#10;&#10;\end{document}"/>
  <p:tag name="IGUANATEXSIZE" val="12"/>
  <p:tag name="IGUANATEXCURSOR" val="96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7.76228"/>
  <p:tag name="ORIGINALWIDTH" val="247.5346"/>
  <p:tag name="LATEXADDIN" val="\documentclass{article}&#10;\usepackage{amsmath}&#10;\pagestyle{empty}&#10;\begin{document}&#10;&#10;$\mathrm{IWF}$&#10;&#10;&#10;\end{document}"/>
  <p:tag name="IGUANATEXSIZE" val="12"/>
  <p:tag name="IGUANATEXCURSOR" val="93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7.76228"/>
  <p:tag name="ORIGINALWIDTH" val="202.5283"/>
  <p:tag name="LATEXADDIN" val="\documentclass{article}&#10;\usepackage{amsmath}&#10;\pagestyle{empty}&#10;\begin{document}&#10;&#10;&#10;WF&#10;&#10;&#10;\end{document}"/>
  <p:tag name="IGUANATEXSIZE" val="12"/>
  <p:tag name="IGUANATEXCURSOR" val="81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7.76228"/>
  <p:tag name="ORIGINALWIDTH" val="290.2905"/>
  <p:tag name="LATEXADDIN" val="\documentclass{article}&#10;\usepackage{amsmath}&#10;\pagestyle{empty}&#10;\begin{document}&#10;&#10;TWF&#10;&#10;&#10;\end{document}"/>
  <p:tag name="IGUANATEXSIZE" val="12"/>
  <p:tag name="IGUANATEXCURSOR" val="84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4.766"/>
  <p:tag name="ORIGINALWIDTH" val="296.2914"/>
  <p:tag name="LATEXADDIN" val="\documentclass{article}&#10;\usepackage{amsmath}&#10;\pagestyle{empty}&#10;\begin{document}&#10;&#10;$\mathrm{IWF}^2$&#10;&#10;&#10;\end{document}"/>
  <p:tag name="IGUANATEXSIZE" val="12"/>
  <p:tag name="IGUANATEXCURSOR" val="96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4.766"/>
  <p:tag name="ORIGINALWIDTH" val="251.285"/>
  <p:tag name="LATEXADDIN" val="\documentclass{article}&#10;\usepackage{amsmath}&#10;\pagestyle{empty}&#10;\begin{document}&#10;&#10;$\mathrm{WF}^2$&#10;&#10;&#10;\end{document}"/>
  <p:tag name="IGUANATEXSIZE" val="12"/>
  <p:tag name="IGUANATEXCURSOR" val="90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6.4867"/>
  <p:tag name="ORIGINALWIDTH" val="218.9726"/>
  <p:tag name="LATEXADDIN" val="\documentclass{article}&#10;\usepackage{amsmath}&#10;\pagestyle{empty}&#10;\begin{document}&#10;&#10;$\mathrm{PO}_1$&#10;&#10;&#10;\end{document}"/>
  <p:tag name="IGUANATEXSIZE" val="12"/>
  <p:tag name="IGUANATEXCURSOR" val="95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6.4867"/>
  <p:tag name="ORIGINALWIDTH" val="221.9723"/>
  <p:tag name="LATEXADDIN" val="\documentclass{article}&#10;\usepackage{amsmath}&#10;\pagestyle{empty}&#10;\begin{document}&#10;&#10;$\mathrm{PO}_2$&#10;&#10;&#10;\end{document}"/>
  <p:tag name="IGUANATEXSIZE" val="12"/>
  <p:tag name="IGUANATEXCURSOR" val="95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6.4867"/>
  <p:tag name="ORIGINALWIDTH" val="310.4612"/>
  <p:tag name="LATEXADDIN" val="\documentclass{article}&#10;\usepackage{amsmath}&#10;\pagestyle{empty}&#10;\begin{document}&#10;&#10;$\mathrm{RPO}_1$&#10;&#10;&#10;\end{document}"/>
  <p:tag name="IGUANATEXSIZE" val="12"/>
  <p:tag name="IGUANATEXCURSOR" val="95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15425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Nguyen, Van Duc</dc:creator>
  <cp:lastModifiedBy>Nguyen, Van Duc</cp:lastModifiedBy>
  <cp:revision>33</cp:revision>
  <dcterms:created xsi:type="dcterms:W3CDTF">2026-04-02T21:22:04Z</dcterms:created>
  <dcterms:modified xsi:type="dcterms:W3CDTF">2026-09-10T20:01:19Z</dcterms:modified>
</cp:coreProperties>
</file>
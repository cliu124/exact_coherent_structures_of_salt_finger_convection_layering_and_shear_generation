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0002838" cy="5321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0355" y="870870"/>
            <a:ext cx="7502129" cy="1852601"/>
          </a:xfrm>
        </p:spPr>
        <p:txBody>
          <a:bodyPr anchor="b"/>
          <a:lstStyle>
            <a:lvl1pPr algn="ctr">
              <a:defRPr sz="46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0355" y="2794915"/>
            <a:ext cx="7502129" cy="1284749"/>
          </a:xfrm>
        </p:spPr>
        <p:txBody>
          <a:bodyPr/>
          <a:lstStyle>
            <a:lvl1pPr marL="0" indent="0" algn="ctr">
              <a:buNone/>
              <a:defRPr sz="1862"/>
            </a:lvl1pPr>
            <a:lvl2pPr marL="354741" indent="0" algn="ctr">
              <a:buNone/>
              <a:defRPr sz="1552"/>
            </a:lvl2pPr>
            <a:lvl3pPr marL="709483" indent="0" algn="ctr">
              <a:buNone/>
              <a:defRPr sz="1397"/>
            </a:lvl3pPr>
            <a:lvl4pPr marL="1064224" indent="0" algn="ctr">
              <a:buNone/>
              <a:defRPr sz="1241"/>
            </a:lvl4pPr>
            <a:lvl5pPr marL="1418966" indent="0" algn="ctr">
              <a:buNone/>
              <a:defRPr sz="1241"/>
            </a:lvl5pPr>
            <a:lvl6pPr marL="1773707" indent="0" algn="ctr">
              <a:buNone/>
              <a:defRPr sz="1241"/>
            </a:lvl6pPr>
            <a:lvl7pPr marL="2128449" indent="0" algn="ctr">
              <a:buNone/>
              <a:defRPr sz="1241"/>
            </a:lvl7pPr>
            <a:lvl8pPr marL="2483190" indent="0" algn="ctr">
              <a:buNone/>
              <a:defRPr sz="1241"/>
            </a:lvl8pPr>
            <a:lvl9pPr marL="2837932" indent="0" algn="ctr">
              <a:buNone/>
              <a:defRPr sz="124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3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8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485" y="1326630"/>
            <a:ext cx="8627448" cy="2213513"/>
          </a:xfrm>
        </p:spPr>
        <p:txBody>
          <a:bodyPr anchor="b"/>
          <a:lstStyle>
            <a:lvl1pPr>
              <a:defRPr sz="46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485" y="3561084"/>
            <a:ext cx="8627448" cy="1164034"/>
          </a:xfrm>
        </p:spPr>
        <p:txBody>
          <a:bodyPr/>
          <a:lstStyle>
            <a:lvl1pPr marL="0" indent="0">
              <a:buNone/>
              <a:defRPr sz="1862">
                <a:solidFill>
                  <a:schemeClr val="tx1">
                    <a:tint val="82000"/>
                  </a:schemeClr>
                </a:solidFill>
              </a:defRPr>
            </a:lvl1pPr>
            <a:lvl2pPr marL="354741" indent="0">
              <a:buNone/>
              <a:defRPr sz="1552">
                <a:solidFill>
                  <a:schemeClr val="tx1">
                    <a:tint val="82000"/>
                  </a:schemeClr>
                </a:solidFill>
              </a:defRPr>
            </a:lvl2pPr>
            <a:lvl3pPr marL="709483" indent="0">
              <a:buNone/>
              <a:defRPr sz="1397">
                <a:solidFill>
                  <a:schemeClr val="tx1">
                    <a:tint val="82000"/>
                  </a:schemeClr>
                </a:solidFill>
              </a:defRPr>
            </a:lvl3pPr>
            <a:lvl4pPr marL="1064224" indent="0">
              <a:buNone/>
              <a:defRPr sz="1241">
                <a:solidFill>
                  <a:schemeClr val="tx1">
                    <a:tint val="82000"/>
                  </a:schemeClr>
                </a:solidFill>
              </a:defRPr>
            </a:lvl4pPr>
            <a:lvl5pPr marL="1418966" indent="0">
              <a:buNone/>
              <a:defRPr sz="1241">
                <a:solidFill>
                  <a:schemeClr val="tx1">
                    <a:tint val="82000"/>
                  </a:schemeClr>
                </a:solidFill>
              </a:defRPr>
            </a:lvl5pPr>
            <a:lvl6pPr marL="1773707" indent="0">
              <a:buNone/>
              <a:defRPr sz="1241">
                <a:solidFill>
                  <a:schemeClr val="tx1">
                    <a:tint val="82000"/>
                  </a:schemeClr>
                </a:solidFill>
              </a:defRPr>
            </a:lvl6pPr>
            <a:lvl7pPr marL="2128449" indent="0">
              <a:buNone/>
              <a:defRPr sz="1241">
                <a:solidFill>
                  <a:schemeClr val="tx1">
                    <a:tint val="82000"/>
                  </a:schemeClr>
                </a:solidFill>
              </a:defRPr>
            </a:lvl7pPr>
            <a:lvl8pPr marL="2483190" indent="0">
              <a:buNone/>
              <a:defRPr sz="1241">
                <a:solidFill>
                  <a:schemeClr val="tx1">
                    <a:tint val="82000"/>
                  </a:schemeClr>
                </a:solidFill>
              </a:defRPr>
            </a:lvl8pPr>
            <a:lvl9pPr marL="2837932" indent="0">
              <a:buNone/>
              <a:defRPr sz="124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1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7695" y="1416550"/>
            <a:ext cx="4251206" cy="3376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3937" y="1416550"/>
            <a:ext cx="4251206" cy="3376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66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998" y="283310"/>
            <a:ext cx="8627448" cy="10285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998" y="1304458"/>
            <a:ext cx="4231669" cy="639295"/>
          </a:xfrm>
        </p:spPr>
        <p:txBody>
          <a:bodyPr anchor="b"/>
          <a:lstStyle>
            <a:lvl1pPr marL="0" indent="0">
              <a:buNone/>
              <a:defRPr sz="1862" b="1"/>
            </a:lvl1pPr>
            <a:lvl2pPr marL="354741" indent="0">
              <a:buNone/>
              <a:defRPr sz="1552" b="1"/>
            </a:lvl2pPr>
            <a:lvl3pPr marL="709483" indent="0">
              <a:buNone/>
              <a:defRPr sz="1397" b="1"/>
            </a:lvl3pPr>
            <a:lvl4pPr marL="1064224" indent="0">
              <a:buNone/>
              <a:defRPr sz="1241" b="1"/>
            </a:lvl4pPr>
            <a:lvl5pPr marL="1418966" indent="0">
              <a:buNone/>
              <a:defRPr sz="1241" b="1"/>
            </a:lvl5pPr>
            <a:lvl6pPr marL="1773707" indent="0">
              <a:buNone/>
              <a:defRPr sz="1241" b="1"/>
            </a:lvl6pPr>
            <a:lvl7pPr marL="2128449" indent="0">
              <a:buNone/>
              <a:defRPr sz="1241" b="1"/>
            </a:lvl7pPr>
            <a:lvl8pPr marL="2483190" indent="0">
              <a:buNone/>
              <a:defRPr sz="1241" b="1"/>
            </a:lvl8pPr>
            <a:lvl9pPr marL="2837932" indent="0">
              <a:buNone/>
              <a:defRPr sz="12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998" y="1943753"/>
            <a:ext cx="4231669" cy="2858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63937" y="1304458"/>
            <a:ext cx="4252509" cy="639295"/>
          </a:xfrm>
        </p:spPr>
        <p:txBody>
          <a:bodyPr anchor="b"/>
          <a:lstStyle>
            <a:lvl1pPr marL="0" indent="0">
              <a:buNone/>
              <a:defRPr sz="1862" b="1"/>
            </a:lvl1pPr>
            <a:lvl2pPr marL="354741" indent="0">
              <a:buNone/>
              <a:defRPr sz="1552" b="1"/>
            </a:lvl2pPr>
            <a:lvl3pPr marL="709483" indent="0">
              <a:buNone/>
              <a:defRPr sz="1397" b="1"/>
            </a:lvl3pPr>
            <a:lvl4pPr marL="1064224" indent="0">
              <a:buNone/>
              <a:defRPr sz="1241" b="1"/>
            </a:lvl4pPr>
            <a:lvl5pPr marL="1418966" indent="0">
              <a:buNone/>
              <a:defRPr sz="1241" b="1"/>
            </a:lvl5pPr>
            <a:lvl6pPr marL="1773707" indent="0">
              <a:buNone/>
              <a:defRPr sz="1241" b="1"/>
            </a:lvl6pPr>
            <a:lvl7pPr marL="2128449" indent="0">
              <a:buNone/>
              <a:defRPr sz="1241" b="1"/>
            </a:lvl7pPr>
            <a:lvl8pPr marL="2483190" indent="0">
              <a:buNone/>
              <a:defRPr sz="1241" b="1"/>
            </a:lvl8pPr>
            <a:lvl9pPr marL="2837932" indent="0">
              <a:buNone/>
              <a:defRPr sz="12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63937" y="1943753"/>
            <a:ext cx="4252509" cy="2858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7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7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999" y="354753"/>
            <a:ext cx="3226175" cy="1241637"/>
          </a:xfrm>
        </p:spPr>
        <p:txBody>
          <a:bodyPr anchor="b"/>
          <a:lstStyle>
            <a:lvl1pPr>
              <a:defRPr sz="2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2509" y="766169"/>
            <a:ext cx="5063937" cy="3781572"/>
          </a:xfrm>
        </p:spPr>
        <p:txBody>
          <a:bodyPr/>
          <a:lstStyle>
            <a:lvl1pPr>
              <a:defRPr sz="2483"/>
            </a:lvl1pPr>
            <a:lvl2pPr>
              <a:defRPr sz="2173"/>
            </a:lvl2pPr>
            <a:lvl3pPr>
              <a:defRPr sz="1862"/>
            </a:lvl3pPr>
            <a:lvl4pPr>
              <a:defRPr sz="1552"/>
            </a:lvl4pPr>
            <a:lvl5pPr>
              <a:defRPr sz="1552"/>
            </a:lvl5pPr>
            <a:lvl6pPr>
              <a:defRPr sz="1552"/>
            </a:lvl6pPr>
            <a:lvl7pPr>
              <a:defRPr sz="1552"/>
            </a:lvl7pPr>
            <a:lvl8pPr>
              <a:defRPr sz="1552"/>
            </a:lvl8pPr>
            <a:lvl9pPr>
              <a:defRPr sz="155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999" y="1596390"/>
            <a:ext cx="3226175" cy="2957510"/>
          </a:xfrm>
        </p:spPr>
        <p:txBody>
          <a:bodyPr/>
          <a:lstStyle>
            <a:lvl1pPr marL="0" indent="0">
              <a:buNone/>
              <a:defRPr sz="1241"/>
            </a:lvl1pPr>
            <a:lvl2pPr marL="354741" indent="0">
              <a:buNone/>
              <a:defRPr sz="1086"/>
            </a:lvl2pPr>
            <a:lvl3pPr marL="709483" indent="0">
              <a:buNone/>
              <a:defRPr sz="931"/>
            </a:lvl3pPr>
            <a:lvl4pPr marL="1064224" indent="0">
              <a:buNone/>
              <a:defRPr sz="776"/>
            </a:lvl4pPr>
            <a:lvl5pPr marL="1418966" indent="0">
              <a:buNone/>
              <a:defRPr sz="776"/>
            </a:lvl5pPr>
            <a:lvl6pPr marL="1773707" indent="0">
              <a:buNone/>
              <a:defRPr sz="776"/>
            </a:lvl6pPr>
            <a:lvl7pPr marL="2128449" indent="0">
              <a:buNone/>
              <a:defRPr sz="776"/>
            </a:lvl7pPr>
            <a:lvl8pPr marL="2483190" indent="0">
              <a:buNone/>
              <a:defRPr sz="776"/>
            </a:lvl8pPr>
            <a:lvl9pPr marL="2837932" indent="0">
              <a:buNone/>
              <a:defRPr sz="7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25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999" y="354753"/>
            <a:ext cx="3226175" cy="1241637"/>
          </a:xfrm>
        </p:spPr>
        <p:txBody>
          <a:bodyPr anchor="b"/>
          <a:lstStyle>
            <a:lvl1pPr>
              <a:defRPr sz="2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52509" y="766169"/>
            <a:ext cx="5063937" cy="3781572"/>
          </a:xfrm>
        </p:spPr>
        <p:txBody>
          <a:bodyPr anchor="t"/>
          <a:lstStyle>
            <a:lvl1pPr marL="0" indent="0">
              <a:buNone/>
              <a:defRPr sz="2483"/>
            </a:lvl1pPr>
            <a:lvl2pPr marL="354741" indent="0">
              <a:buNone/>
              <a:defRPr sz="2173"/>
            </a:lvl2pPr>
            <a:lvl3pPr marL="709483" indent="0">
              <a:buNone/>
              <a:defRPr sz="1862"/>
            </a:lvl3pPr>
            <a:lvl4pPr marL="1064224" indent="0">
              <a:buNone/>
              <a:defRPr sz="1552"/>
            </a:lvl4pPr>
            <a:lvl5pPr marL="1418966" indent="0">
              <a:buNone/>
              <a:defRPr sz="1552"/>
            </a:lvl5pPr>
            <a:lvl6pPr marL="1773707" indent="0">
              <a:buNone/>
              <a:defRPr sz="1552"/>
            </a:lvl6pPr>
            <a:lvl7pPr marL="2128449" indent="0">
              <a:buNone/>
              <a:defRPr sz="1552"/>
            </a:lvl7pPr>
            <a:lvl8pPr marL="2483190" indent="0">
              <a:buNone/>
              <a:defRPr sz="1552"/>
            </a:lvl8pPr>
            <a:lvl9pPr marL="2837932" indent="0">
              <a:buNone/>
              <a:defRPr sz="155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999" y="1596390"/>
            <a:ext cx="3226175" cy="2957510"/>
          </a:xfrm>
        </p:spPr>
        <p:txBody>
          <a:bodyPr/>
          <a:lstStyle>
            <a:lvl1pPr marL="0" indent="0">
              <a:buNone/>
              <a:defRPr sz="1241"/>
            </a:lvl1pPr>
            <a:lvl2pPr marL="354741" indent="0">
              <a:buNone/>
              <a:defRPr sz="1086"/>
            </a:lvl2pPr>
            <a:lvl3pPr marL="709483" indent="0">
              <a:buNone/>
              <a:defRPr sz="931"/>
            </a:lvl3pPr>
            <a:lvl4pPr marL="1064224" indent="0">
              <a:buNone/>
              <a:defRPr sz="776"/>
            </a:lvl4pPr>
            <a:lvl5pPr marL="1418966" indent="0">
              <a:buNone/>
              <a:defRPr sz="776"/>
            </a:lvl5pPr>
            <a:lvl6pPr marL="1773707" indent="0">
              <a:buNone/>
              <a:defRPr sz="776"/>
            </a:lvl6pPr>
            <a:lvl7pPr marL="2128449" indent="0">
              <a:buNone/>
              <a:defRPr sz="776"/>
            </a:lvl7pPr>
            <a:lvl8pPr marL="2483190" indent="0">
              <a:buNone/>
              <a:defRPr sz="776"/>
            </a:lvl8pPr>
            <a:lvl9pPr marL="2837932" indent="0">
              <a:buNone/>
              <a:defRPr sz="7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9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58281" y="283310"/>
            <a:ext cx="2156862" cy="45095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7695" y="283310"/>
            <a:ext cx="6345550" cy="45095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B6B2-8E69-4498-A0A4-4D6D3390AA9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32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7695" y="283310"/>
            <a:ext cx="8627448" cy="1028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695" y="1416550"/>
            <a:ext cx="8627448" cy="3376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7695" y="4932057"/>
            <a:ext cx="2250639" cy="2833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BB6B2-8E69-4498-A0A4-4D6D3390AA9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13440" y="4932057"/>
            <a:ext cx="3375958" cy="2833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64504" y="4932057"/>
            <a:ext cx="2250639" cy="2833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697F8-08F1-4810-80A0-5B0B2F1BB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09483" rtl="0" eaLnBrk="1" latinLnBrk="0" hangingPunct="1">
        <a:lnSpc>
          <a:spcPct val="90000"/>
        </a:lnSpc>
        <a:spcBef>
          <a:spcPct val="0"/>
        </a:spcBef>
        <a:buNone/>
        <a:defRPr sz="34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7371" indent="-177371" algn="l" defTabSz="709483" rtl="0" eaLnBrk="1" latinLnBrk="0" hangingPunct="1">
        <a:lnSpc>
          <a:spcPct val="90000"/>
        </a:lnSpc>
        <a:spcBef>
          <a:spcPts val="776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32112" indent="-177371" algn="l" defTabSz="709483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862" kern="1200">
          <a:solidFill>
            <a:schemeClr val="tx1"/>
          </a:solidFill>
          <a:latin typeface="+mn-lt"/>
          <a:ea typeface="+mn-ea"/>
          <a:cs typeface="+mn-cs"/>
        </a:defRPr>
      </a:lvl2pPr>
      <a:lvl3pPr marL="886854" indent="-177371" algn="l" defTabSz="709483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552" kern="1200">
          <a:solidFill>
            <a:schemeClr val="tx1"/>
          </a:solidFill>
          <a:latin typeface="+mn-lt"/>
          <a:ea typeface="+mn-ea"/>
          <a:cs typeface="+mn-cs"/>
        </a:defRPr>
      </a:lvl3pPr>
      <a:lvl4pPr marL="1241595" indent="-177371" algn="l" defTabSz="709483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4pPr>
      <a:lvl5pPr marL="1596337" indent="-177371" algn="l" defTabSz="709483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5pPr>
      <a:lvl6pPr marL="1951078" indent="-177371" algn="l" defTabSz="709483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6pPr>
      <a:lvl7pPr marL="2305820" indent="-177371" algn="l" defTabSz="709483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7pPr>
      <a:lvl8pPr marL="2660561" indent="-177371" algn="l" defTabSz="709483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8pPr>
      <a:lvl9pPr marL="3015303" indent="-177371" algn="l" defTabSz="709483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09483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1pPr>
      <a:lvl2pPr marL="354741" algn="l" defTabSz="709483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2pPr>
      <a:lvl3pPr marL="709483" algn="l" defTabSz="709483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3pPr>
      <a:lvl4pPr marL="1064224" algn="l" defTabSz="709483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4pPr>
      <a:lvl5pPr marL="1418966" algn="l" defTabSz="709483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5pPr>
      <a:lvl6pPr marL="1773707" algn="l" defTabSz="709483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6pPr>
      <a:lvl7pPr marL="2128449" algn="l" defTabSz="709483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7pPr>
      <a:lvl8pPr marL="2483190" algn="l" defTabSz="709483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8pPr>
      <a:lvl9pPr marL="2837932" algn="l" defTabSz="709483" rtl="0" eaLnBrk="1" latinLnBrk="0" hangingPunct="1">
        <a:defRPr sz="1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image" Target="../media/image10.png"/><Relationship Id="rId21" Type="http://schemas.openxmlformats.org/officeDocument/2006/relationships/tags" Target="../tags/tag21.xml"/><Relationship Id="rId34" Type="http://schemas.openxmlformats.org/officeDocument/2006/relationships/image" Target="../media/image5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4.png"/><Relationship Id="rId38" Type="http://schemas.openxmlformats.org/officeDocument/2006/relationships/image" Target="../media/image9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3.png"/><Relationship Id="rId37" Type="http://schemas.openxmlformats.org/officeDocument/2006/relationships/image" Target="../media/image8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image" Target="../media/image7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image" Target="../media/image1.png"/><Relationship Id="rId35" Type="http://schemas.openxmlformats.org/officeDocument/2006/relationships/image" Target="../media/image6.png"/><Relationship Id="rId8" Type="http://schemas.openxmlformats.org/officeDocument/2006/relationships/tags" Target="../tags/tag8.xml"/><Relationship Id="rId3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AB05CE-E48B-7132-0EF2-F6F2A884351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07772" y="2782312"/>
            <a:ext cx="1720059" cy="25389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B12D48-0E04-0DF9-F03B-25BA8437639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59504" y="73397"/>
            <a:ext cx="1668304" cy="25389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C63CF4-CB95-ACBE-D5F9-391D03F9158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5686" y="71872"/>
            <a:ext cx="3410719" cy="2542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F21E79-7374-AC98-CFF3-41997B78FED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1045" y="899845"/>
            <a:ext cx="1398745" cy="1005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99AA1C-36DF-C092-1564-52DAD942B29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9328" y="73397"/>
            <a:ext cx="1668304" cy="2538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A4300A-2E60-AF55-468E-4E448FB78C6F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5895" y="2782312"/>
            <a:ext cx="1720059" cy="2538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C4605E-E0C6-A6B1-A65E-AD6F42AFDAAC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9291" y="2782312"/>
            <a:ext cx="2012316" cy="25389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03E58F-7FF7-07BE-04BE-E63A7BBA37C1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1392" y="2782311"/>
            <a:ext cx="1930118" cy="2538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696E6E-9C7F-083A-3AA1-4455655EF23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5364" y="2782312"/>
            <a:ext cx="2176710" cy="25389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63A5D4-1018-CF8E-5A06-02D72210D175}"/>
              </a:ext>
            </a:extLst>
          </p:cNvPr>
          <p:cNvSpPr txBox="1"/>
          <p:nvPr/>
        </p:nvSpPr>
        <p:spPr>
          <a:xfrm>
            <a:off x="9430" y="264113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46EB7-7C3F-3AF2-2FA9-1A218877E754}"/>
              </a:ext>
            </a:extLst>
          </p:cNvPr>
          <p:cNvSpPr txBox="1"/>
          <p:nvPr/>
        </p:nvSpPr>
        <p:spPr>
          <a:xfrm>
            <a:off x="4085875" y="3291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461D3-711B-04CC-01EB-AFF6E7AE0F71}"/>
              </a:ext>
            </a:extLst>
          </p:cNvPr>
          <p:cNvSpPr txBox="1"/>
          <p:nvPr/>
        </p:nvSpPr>
        <p:spPr>
          <a:xfrm>
            <a:off x="18700" y="32913"/>
            <a:ext cx="453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4C6E0F-EB76-663B-EC8E-4E71CEBB3780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1987" y="2776113"/>
            <a:ext cx="139312" cy="119844"/>
            <a:chOff x="8148190" y="3924258"/>
            <a:chExt cx="139312" cy="11984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607ADF-A345-BC97-2E71-10C2024CD72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148190" y="3924258"/>
              <a:ext cx="71259" cy="91705"/>
            </a:xfrm>
            <a:custGeom>
              <a:avLst/>
              <a:gdLst>
                <a:gd name="csX0" fmla="*/ 26242 w 71259"/>
                <a:gd name="csY0" fmla="*/ 42778 h 91705"/>
                <a:gd name="csX1" fmla="*/ 54635 w 71259"/>
                <a:gd name="csY1" fmla="*/ 38122 h 91705"/>
                <a:gd name="csX2" fmla="*/ 68552 w 71259"/>
                <a:gd name="csY2" fmla="*/ 17270 h 91705"/>
                <a:gd name="csX3" fmla="*/ 48696 w 71259"/>
                <a:gd name="csY3" fmla="*/ 63 h 91705"/>
                <a:gd name="csX4" fmla="*/ 77 w 71259"/>
                <a:gd name="csY4" fmla="*/ 55127 h 91705"/>
                <a:gd name="csX5" fmla="*/ 29211 w 71259"/>
                <a:gd name="csY5" fmla="*/ 91768 h 91705"/>
                <a:gd name="csX6" fmla="*/ 71336 w 71259"/>
                <a:gd name="csY6" fmla="*/ 67880 h 91705"/>
                <a:gd name="csX7" fmla="*/ 69109 w 71259"/>
                <a:gd name="csY7" fmla="*/ 65249 h 91705"/>
                <a:gd name="csX8" fmla="*/ 66697 w 71259"/>
                <a:gd name="csY8" fmla="*/ 67273 h 91705"/>
                <a:gd name="csX9" fmla="*/ 29582 w 71259"/>
                <a:gd name="csY9" fmla="*/ 87315 h 91705"/>
                <a:gd name="csX10" fmla="*/ 13438 w 71259"/>
                <a:gd name="csY10" fmla="*/ 63832 h 91705"/>
                <a:gd name="csX11" fmla="*/ 16407 w 71259"/>
                <a:gd name="csY11" fmla="*/ 42778 h 91705"/>
                <a:gd name="csX12" fmla="*/ 26242 w 71259"/>
                <a:gd name="csY12" fmla="*/ 42778 h 91705"/>
                <a:gd name="csX13" fmla="*/ 17520 w 71259"/>
                <a:gd name="csY13" fmla="*/ 38324 h 91705"/>
                <a:gd name="csX14" fmla="*/ 48696 w 71259"/>
                <a:gd name="csY14" fmla="*/ 4516 h 91705"/>
                <a:gd name="csX15" fmla="*/ 62429 w 71259"/>
                <a:gd name="csY15" fmla="*/ 17270 h 91705"/>
                <a:gd name="csX16" fmla="*/ 25129 w 71259"/>
                <a:gd name="csY16" fmla="*/ 38324 h 91705"/>
                <a:gd name="csX17" fmla="*/ 17520 w 71259"/>
                <a:gd name="csY17" fmla="*/ 38324 h 917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1259" h="91705">
                  <a:moveTo>
                    <a:pt x="26242" y="42778"/>
                  </a:moveTo>
                  <a:cubicBezTo>
                    <a:pt x="31624" y="42778"/>
                    <a:pt x="45356" y="42373"/>
                    <a:pt x="54635" y="38122"/>
                  </a:cubicBezTo>
                  <a:cubicBezTo>
                    <a:pt x="67624" y="32048"/>
                    <a:pt x="68552" y="20104"/>
                    <a:pt x="68552" y="17270"/>
                  </a:cubicBezTo>
                  <a:cubicBezTo>
                    <a:pt x="68552" y="8363"/>
                    <a:pt x="61501" y="63"/>
                    <a:pt x="48696" y="63"/>
                  </a:cubicBezTo>
                  <a:cubicBezTo>
                    <a:pt x="28098" y="63"/>
                    <a:pt x="77" y="19700"/>
                    <a:pt x="77" y="55127"/>
                  </a:cubicBezTo>
                  <a:cubicBezTo>
                    <a:pt x="77" y="75776"/>
                    <a:pt x="11025" y="91768"/>
                    <a:pt x="29211" y="91768"/>
                  </a:cubicBezTo>
                  <a:cubicBezTo>
                    <a:pt x="55748" y="91768"/>
                    <a:pt x="71336" y="70310"/>
                    <a:pt x="71336" y="67880"/>
                  </a:cubicBezTo>
                  <a:cubicBezTo>
                    <a:pt x="71336" y="66666"/>
                    <a:pt x="70222" y="65249"/>
                    <a:pt x="69109" y="65249"/>
                  </a:cubicBezTo>
                  <a:cubicBezTo>
                    <a:pt x="68181" y="65249"/>
                    <a:pt x="67810" y="65654"/>
                    <a:pt x="66697" y="67273"/>
                  </a:cubicBezTo>
                  <a:cubicBezTo>
                    <a:pt x="52037" y="87315"/>
                    <a:pt x="31809" y="87315"/>
                    <a:pt x="29582" y="87315"/>
                  </a:cubicBezTo>
                  <a:cubicBezTo>
                    <a:pt x="15108" y="87315"/>
                    <a:pt x="13438" y="70310"/>
                    <a:pt x="13438" y="63832"/>
                  </a:cubicBezTo>
                  <a:cubicBezTo>
                    <a:pt x="13438" y="61402"/>
                    <a:pt x="13623" y="55127"/>
                    <a:pt x="16407" y="42778"/>
                  </a:cubicBezTo>
                  <a:lnTo>
                    <a:pt x="26242" y="42778"/>
                  </a:lnTo>
                  <a:close/>
                  <a:moveTo>
                    <a:pt x="17520" y="38324"/>
                  </a:moveTo>
                  <a:cubicBezTo>
                    <a:pt x="24758" y="7553"/>
                    <a:pt x="43871" y="4516"/>
                    <a:pt x="48696" y="4516"/>
                  </a:cubicBezTo>
                  <a:cubicBezTo>
                    <a:pt x="57418" y="4516"/>
                    <a:pt x="62429" y="10387"/>
                    <a:pt x="62429" y="17270"/>
                  </a:cubicBezTo>
                  <a:cubicBezTo>
                    <a:pt x="62429" y="38324"/>
                    <a:pt x="32737" y="38324"/>
                    <a:pt x="25129" y="38324"/>
                  </a:cubicBezTo>
                  <a:lnTo>
                    <a:pt x="17520" y="38324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9183616-0093-84E9-3445-7952F10403E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240219" y="3950008"/>
              <a:ext cx="47283" cy="94094"/>
            </a:xfrm>
            <a:custGeom>
              <a:avLst/>
              <a:gdLst>
                <a:gd name="csX0" fmla="*/ 29439 w 47283"/>
                <a:gd name="csY0" fmla="*/ 4032 h 94094"/>
                <a:gd name="csX1" fmla="*/ 25542 w 47283"/>
                <a:gd name="csY1" fmla="*/ 64 h 94094"/>
                <a:gd name="csX2" fmla="*/ 81 w 47283"/>
                <a:gd name="csY2" fmla="*/ 9134 h 94094"/>
                <a:gd name="csX3" fmla="*/ 81 w 47283"/>
                <a:gd name="csY3" fmla="*/ 14235 h 94094"/>
                <a:gd name="csX4" fmla="*/ 18917 w 47283"/>
                <a:gd name="csY4" fmla="*/ 10267 h 94094"/>
                <a:gd name="csX5" fmla="*/ 18917 w 47283"/>
                <a:gd name="csY5" fmla="*/ 82539 h 94094"/>
                <a:gd name="csX6" fmla="*/ 5927 w 47283"/>
                <a:gd name="csY6" fmla="*/ 89057 h 94094"/>
                <a:gd name="csX7" fmla="*/ 991 w 47283"/>
                <a:gd name="csY7" fmla="*/ 89057 h 94094"/>
                <a:gd name="csX8" fmla="*/ 991 w 47283"/>
                <a:gd name="csY8" fmla="*/ 94159 h 94094"/>
                <a:gd name="csX9" fmla="*/ 24113 w 47283"/>
                <a:gd name="csY9" fmla="*/ 93592 h 94094"/>
                <a:gd name="csX10" fmla="*/ 47365 w 47283"/>
                <a:gd name="csY10" fmla="*/ 94159 h 94094"/>
                <a:gd name="csX11" fmla="*/ 47365 w 47283"/>
                <a:gd name="csY11" fmla="*/ 89057 h 94094"/>
                <a:gd name="csX12" fmla="*/ 42429 w 47283"/>
                <a:gd name="csY12" fmla="*/ 89057 h 94094"/>
                <a:gd name="csX13" fmla="*/ 29439 w 47283"/>
                <a:gd name="csY13" fmla="*/ 82539 h 94094"/>
                <a:gd name="csX14" fmla="*/ 29439 w 47283"/>
                <a:gd name="csY14" fmla="*/ 4032 h 940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7283" h="94094">
                  <a:moveTo>
                    <a:pt x="29439" y="4032"/>
                  </a:moveTo>
                  <a:cubicBezTo>
                    <a:pt x="29439" y="206"/>
                    <a:pt x="29179" y="64"/>
                    <a:pt x="25542" y="64"/>
                  </a:cubicBezTo>
                  <a:cubicBezTo>
                    <a:pt x="17228" y="8992"/>
                    <a:pt x="5407" y="9134"/>
                    <a:pt x="81" y="9134"/>
                  </a:cubicBezTo>
                  <a:lnTo>
                    <a:pt x="81" y="14235"/>
                  </a:lnTo>
                  <a:cubicBezTo>
                    <a:pt x="3199" y="14235"/>
                    <a:pt x="11772" y="14235"/>
                    <a:pt x="18917" y="10267"/>
                  </a:cubicBezTo>
                  <a:lnTo>
                    <a:pt x="18917" y="82539"/>
                  </a:lnTo>
                  <a:cubicBezTo>
                    <a:pt x="18917" y="87215"/>
                    <a:pt x="18917" y="89057"/>
                    <a:pt x="5927" y="89057"/>
                  </a:cubicBezTo>
                  <a:lnTo>
                    <a:pt x="991" y="89057"/>
                  </a:lnTo>
                  <a:lnTo>
                    <a:pt x="991" y="94159"/>
                  </a:lnTo>
                  <a:cubicBezTo>
                    <a:pt x="3329" y="94017"/>
                    <a:pt x="19306" y="93592"/>
                    <a:pt x="24113" y="93592"/>
                  </a:cubicBezTo>
                  <a:cubicBezTo>
                    <a:pt x="28140" y="93592"/>
                    <a:pt x="44507" y="94017"/>
                    <a:pt x="47365" y="94159"/>
                  </a:cubicBezTo>
                  <a:lnTo>
                    <a:pt x="47365" y="89057"/>
                  </a:lnTo>
                  <a:lnTo>
                    <a:pt x="42429" y="89057"/>
                  </a:lnTo>
                  <a:cubicBezTo>
                    <a:pt x="29439" y="89057"/>
                    <a:pt x="29439" y="87215"/>
                    <a:pt x="29439" y="82539"/>
                  </a:cubicBezTo>
                  <a:lnTo>
                    <a:pt x="29439" y="4032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Graphic 87">
            <a:extLst>
              <a:ext uri="{FF2B5EF4-FFF2-40B4-BE49-F238E27FC236}">
                <a16:creationId xmlns:a16="http://schemas.microsoft.com/office/drawing/2014/main" id="{E869138A-4445-BBF6-C918-E334DC46AE92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5040987" y="2769764"/>
            <a:ext cx="67048" cy="103168"/>
          </a:xfrm>
          <a:custGeom>
            <a:avLst/>
            <a:gdLst>
              <a:gd name="csX0" fmla="*/ 61841 w 67048"/>
              <a:gd name="csY0" fmla="*/ 15550 h 103168"/>
              <a:gd name="csX1" fmla="*/ 53096 w 67048"/>
              <a:gd name="csY1" fmla="*/ 25798 h 103168"/>
              <a:gd name="csX2" fmla="*/ 58744 w 67048"/>
              <a:gd name="csY2" fmla="*/ 32403 h 103168"/>
              <a:gd name="csX3" fmla="*/ 67125 w 67048"/>
              <a:gd name="csY3" fmla="*/ 19649 h 103168"/>
              <a:gd name="csX4" fmla="*/ 45444 w 67048"/>
              <a:gd name="csY4" fmla="*/ 63 h 103168"/>
              <a:gd name="csX5" fmla="*/ 14652 w 67048"/>
              <a:gd name="csY5" fmla="*/ 33314 h 103168"/>
              <a:gd name="csX6" fmla="*/ 33419 w 67048"/>
              <a:gd name="csY6" fmla="*/ 55861 h 103168"/>
              <a:gd name="csX7" fmla="*/ 52367 w 67048"/>
              <a:gd name="csY7" fmla="*/ 73169 h 103168"/>
              <a:gd name="csX8" fmla="*/ 26313 w 67048"/>
              <a:gd name="csY8" fmla="*/ 98221 h 103168"/>
              <a:gd name="csX9" fmla="*/ 5543 w 67048"/>
              <a:gd name="csY9" fmla="*/ 86151 h 103168"/>
              <a:gd name="csX10" fmla="*/ 17021 w 67048"/>
              <a:gd name="csY10" fmla="*/ 74080 h 103168"/>
              <a:gd name="csX11" fmla="*/ 10280 w 67048"/>
              <a:gd name="csY11" fmla="*/ 66109 h 103168"/>
              <a:gd name="csX12" fmla="*/ 77 w 67048"/>
              <a:gd name="csY12" fmla="*/ 81140 h 103168"/>
              <a:gd name="csX13" fmla="*/ 26131 w 67048"/>
              <a:gd name="csY13" fmla="*/ 103232 h 103168"/>
              <a:gd name="csX14" fmla="*/ 62752 w 67048"/>
              <a:gd name="csY14" fmla="*/ 65426 h 103168"/>
              <a:gd name="csX15" fmla="*/ 57104 w 67048"/>
              <a:gd name="csY15" fmla="*/ 48800 h 103168"/>
              <a:gd name="csX16" fmla="*/ 38885 w 67048"/>
              <a:gd name="csY16" fmla="*/ 39235 h 103168"/>
              <a:gd name="csX17" fmla="*/ 25038 w 67048"/>
              <a:gd name="csY17" fmla="*/ 25570 h 103168"/>
              <a:gd name="csX18" fmla="*/ 45444 w 67048"/>
              <a:gd name="csY18" fmla="*/ 5073 h 103168"/>
              <a:gd name="csX19" fmla="*/ 61841 w 67048"/>
              <a:gd name="csY19" fmla="*/ 15550 h 1031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67048" h="103168">
                <a:moveTo>
                  <a:pt x="61841" y="15550"/>
                </a:moveTo>
                <a:cubicBezTo>
                  <a:pt x="56740" y="15777"/>
                  <a:pt x="53096" y="20788"/>
                  <a:pt x="53096" y="25798"/>
                </a:cubicBezTo>
                <a:cubicBezTo>
                  <a:pt x="53096" y="28986"/>
                  <a:pt x="54736" y="32403"/>
                  <a:pt x="58744" y="32403"/>
                </a:cubicBezTo>
                <a:cubicBezTo>
                  <a:pt x="62752" y="32403"/>
                  <a:pt x="67125" y="28531"/>
                  <a:pt x="67125" y="19649"/>
                </a:cubicBezTo>
                <a:cubicBezTo>
                  <a:pt x="67125" y="9400"/>
                  <a:pt x="59291" y="63"/>
                  <a:pt x="45444" y="63"/>
                </a:cubicBezTo>
                <a:cubicBezTo>
                  <a:pt x="21394" y="63"/>
                  <a:pt x="14652" y="23293"/>
                  <a:pt x="14652" y="33314"/>
                </a:cubicBezTo>
                <a:cubicBezTo>
                  <a:pt x="14652" y="51078"/>
                  <a:pt x="28135" y="54494"/>
                  <a:pt x="33419" y="55861"/>
                </a:cubicBezTo>
                <a:cubicBezTo>
                  <a:pt x="42893" y="58138"/>
                  <a:pt x="52367" y="60643"/>
                  <a:pt x="52367" y="73169"/>
                </a:cubicBezTo>
                <a:cubicBezTo>
                  <a:pt x="52367" y="79091"/>
                  <a:pt x="48177" y="98221"/>
                  <a:pt x="26313" y="98221"/>
                </a:cubicBezTo>
                <a:cubicBezTo>
                  <a:pt x="23762" y="98221"/>
                  <a:pt x="9733" y="98221"/>
                  <a:pt x="5543" y="86151"/>
                </a:cubicBezTo>
                <a:cubicBezTo>
                  <a:pt x="12466" y="87289"/>
                  <a:pt x="17021" y="80457"/>
                  <a:pt x="17021" y="74080"/>
                </a:cubicBezTo>
                <a:cubicBezTo>
                  <a:pt x="17021" y="68842"/>
                  <a:pt x="14106" y="66109"/>
                  <a:pt x="10280" y="66109"/>
                </a:cubicBezTo>
                <a:cubicBezTo>
                  <a:pt x="5543" y="66109"/>
                  <a:pt x="77" y="70892"/>
                  <a:pt x="77" y="81140"/>
                </a:cubicBezTo>
                <a:cubicBezTo>
                  <a:pt x="77" y="94122"/>
                  <a:pt x="10462" y="103232"/>
                  <a:pt x="26131" y="103232"/>
                </a:cubicBezTo>
                <a:cubicBezTo>
                  <a:pt x="55647" y="103232"/>
                  <a:pt x="62752" y="75674"/>
                  <a:pt x="62752" y="65426"/>
                </a:cubicBezTo>
                <a:cubicBezTo>
                  <a:pt x="62752" y="57227"/>
                  <a:pt x="59291" y="51533"/>
                  <a:pt x="57104" y="48800"/>
                </a:cubicBezTo>
                <a:cubicBezTo>
                  <a:pt x="52185" y="42424"/>
                  <a:pt x="46901" y="41285"/>
                  <a:pt x="38885" y="39235"/>
                </a:cubicBezTo>
                <a:cubicBezTo>
                  <a:pt x="32326" y="37413"/>
                  <a:pt x="25038" y="35819"/>
                  <a:pt x="25038" y="25570"/>
                </a:cubicBezTo>
                <a:cubicBezTo>
                  <a:pt x="25038" y="18966"/>
                  <a:pt x="29410" y="5073"/>
                  <a:pt x="45444" y="5073"/>
                </a:cubicBezTo>
                <a:cubicBezTo>
                  <a:pt x="49999" y="5073"/>
                  <a:pt x="59108" y="6667"/>
                  <a:pt x="61841" y="15550"/>
                </a:cubicBezTo>
                <a:close/>
              </a:path>
            </a:pathLst>
          </a:custGeom>
          <a:solidFill>
            <a:srgbClr val="000000"/>
          </a:solidFill>
          <a:ln w="2286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Graphic 75">
            <a:extLst>
              <a:ext uri="{FF2B5EF4-FFF2-40B4-BE49-F238E27FC236}">
                <a16:creationId xmlns:a16="http://schemas.microsoft.com/office/drawing/2014/main" id="{A27E49C3-A3D1-9490-8ABD-A73B5E7F8C02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013231" y="64664"/>
            <a:ext cx="67048" cy="103168"/>
          </a:xfrm>
          <a:custGeom>
            <a:avLst/>
            <a:gdLst>
              <a:gd name="csX0" fmla="*/ 61841 w 67048"/>
              <a:gd name="csY0" fmla="*/ 15550 h 103168"/>
              <a:gd name="csX1" fmla="*/ 53096 w 67048"/>
              <a:gd name="csY1" fmla="*/ 25798 h 103168"/>
              <a:gd name="csX2" fmla="*/ 58744 w 67048"/>
              <a:gd name="csY2" fmla="*/ 32403 h 103168"/>
              <a:gd name="csX3" fmla="*/ 67125 w 67048"/>
              <a:gd name="csY3" fmla="*/ 19649 h 103168"/>
              <a:gd name="csX4" fmla="*/ 45444 w 67048"/>
              <a:gd name="csY4" fmla="*/ 63 h 103168"/>
              <a:gd name="csX5" fmla="*/ 14652 w 67048"/>
              <a:gd name="csY5" fmla="*/ 33314 h 103168"/>
              <a:gd name="csX6" fmla="*/ 33419 w 67048"/>
              <a:gd name="csY6" fmla="*/ 55861 h 103168"/>
              <a:gd name="csX7" fmla="*/ 52367 w 67048"/>
              <a:gd name="csY7" fmla="*/ 73169 h 103168"/>
              <a:gd name="csX8" fmla="*/ 26313 w 67048"/>
              <a:gd name="csY8" fmla="*/ 98221 h 103168"/>
              <a:gd name="csX9" fmla="*/ 5543 w 67048"/>
              <a:gd name="csY9" fmla="*/ 86151 h 103168"/>
              <a:gd name="csX10" fmla="*/ 17021 w 67048"/>
              <a:gd name="csY10" fmla="*/ 74080 h 103168"/>
              <a:gd name="csX11" fmla="*/ 10280 w 67048"/>
              <a:gd name="csY11" fmla="*/ 66109 h 103168"/>
              <a:gd name="csX12" fmla="*/ 77 w 67048"/>
              <a:gd name="csY12" fmla="*/ 81140 h 103168"/>
              <a:gd name="csX13" fmla="*/ 26131 w 67048"/>
              <a:gd name="csY13" fmla="*/ 103232 h 103168"/>
              <a:gd name="csX14" fmla="*/ 62752 w 67048"/>
              <a:gd name="csY14" fmla="*/ 65426 h 103168"/>
              <a:gd name="csX15" fmla="*/ 57104 w 67048"/>
              <a:gd name="csY15" fmla="*/ 48800 h 103168"/>
              <a:gd name="csX16" fmla="*/ 38885 w 67048"/>
              <a:gd name="csY16" fmla="*/ 39235 h 103168"/>
              <a:gd name="csX17" fmla="*/ 25038 w 67048"/>
              <a:gd name="csY17" fmla="*/ 25570 h 103168"/>
              <a:gd name="csX18" fmla="*/ 45444 w 67048"/>
              <a:gd name="csY18" fmla="*/ 5073 h 103168"/>
              <a:gd name="csX19" fmla="*/ 61841 w 67048"/>
              <a:gd name="csY19" fmla="*/ 15550 h 1031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67048" h="103168">
                <a:moveTo>
                  <a:pt x="61841" y="15550"/>
                </a:moveTo>
                <a:cubicBezTo>
                  <a:pt x="56740" y="15777"/>
                  <a:pt x="53096" y="20788"/>
                  <a:pt x="53096" y="25798"/>
                </a:cubicBezTo>
                <a:cubicBezTo>
                  <a:pt x="53096" y="28986"/>
                  <a:pt x="54736" y="32403"/>
                  <a:pt x="58744" y="32403"/>
                </a:cubicBezTo>
                <a:cubicBezTo>
                  <a:pt x="62752" y="32403"/>
                  <a:pt x="67125" y="28531"/>
                  <a:pt x="67125" y="19649"/>
                </a:cubicBezTo>
                <a:cubicBezTo>
                  <a:pt x="67125" y="9400"/>
                  <a:pt x="59291" y="63"/>
                  <a:pt x="45444" y="63"/>
                </a:cubicBezTo>
                <a:cubicBezTo>
                  <a:pt x="21394" y="63"/>
                  <a:pt x="14652" y="23293"/>
                  <a:pt x="14652" y="33314"/>
                </a:cubicBezTo>
                <a:cubicBezTo>
                  <a:pt x="14652" y="51078"/>
                  <a:pt x="28135" y="54494"/>
                  <a:pt x="33419" y="55861"/>
                </a:cubicBezTo>
                <a:cubicBezTo>
                  <a:pt x="42893" y="58138"/>
                  <a:pt x="52367" y="60643"/>
                  <a:pt x="52367" y="73169"/>
                </a:cubicBezTo>
                <a:cubicBezTo>
                  <a:pt x="52367" y="79091"/>
                  <a:pt x="48177" y="98221"/>
                  <a:pt x="26313" y="98221"/>
                </a:cubicBezTo>
                <a:cubicBezTo>
                  <a:pt x="23762" y="98221"/>
                  <a:pt x="9733" y="98221"/>
                  <a:pt x="5543" y="86151"/>
                </a:cubicBezTo>
                <a:cubicBezTo>
                  <a:pt x="12466" y="87289"/>
                  <a:pt x="17021" y="80457"/>
                  <a:pt x="17021" y="74080"/>
                </a:cubicBezTo>
                <a:cubicBezTo>
                  <a:pt x="17021" y="68842"/>
                  <a:pt x="14106" y="66109"/>
                  <a:pt x="10280" y="66109"/>
                </a:cubicBezTo>
                <a:cubicBezTo>
                  <a:pt x="5543" y="66109"/>
                  <a:pt x="77" y="70892"/>
                  <a:pt x="77" y="81140"/>
                </a:cubicBezTo>
                <a:cubicBezTo>
                  <a:pt x="77" y="94122"/>
                  <a:pt x="10462" y="103232"/>
                  <a:pt x="26131" y="103232"/>
                </a:cubicBezTo>
                <a:cubicBezTo>
                  <a:pt x="55647" y="103232"/>
                  <a:pt x="62752" y="75674"/>
                  <a:pt x="62752" y="65426"/>
                </a:cubicBezTo>
                <a:cubicBezTo>
                  <a:pt x="62752" y="57227"/>
                  <a:pt x="59291" y="51533"/>
                  <a:pt x="57104" y="48800"/>
                </a:cubicBezTo>
                <a:cubicBezTo>
                  <a:pt x="52185" y="42424"/>
                  <a:pt x="46901" y="41285"/>
                  <a:pt x="38885" y="39235"/>
                </a:cubicBezTo>
                <a:cubicBezTo>
                  <a:pt x="32326" y="37413"/>
                  <a:pt x="25038" y="35819"/>
                  <a:pt x="25038" y="25570"/>
                </a:cubicBezTo>
                <a:cubicBezTo>
                  <a:pt x="25038" y="18966"/>
                  <a:pt x="29410" y="5073"/>
                  <a:pt x="45444" y="5073"/>
                </a:cubicBezTo>
                <a:cubicBezTo>
                  <a:pt x="49999" y="5073"/>
                  <a:pt x="59108" y="6667"/>
                  <a:pt x="61841" y="15550"/>
                </a:cubicBezTo>
                <a:close/>
              </a:path>
            </a:pathLst>
          </a:custGeom>
          <a:solidFill>
            <a:srgbClr val="000000"/>
          </a:solidFill>
          <a:ln w="2286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550D51-3946-7AB3-8ECF-2E559BDE0679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2924080" y="2776113"/>
            <a:ext cx="139312" cy="119844"/>
            <a:chOff x="4338190" y="3924258"/>
            <a:chExt cx="139312" cy="11984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6256863-E33F-E3BC-EC58-5D5EF298B96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4338190" y="3924258"/>
              <a:ext cx="71259" cy="91705"/>
            </a:xfrm>
            <a:custGeom>
              <a:avLst/>
              <a:gdLst>
                <a:gd name="csX0" fmla="*/ 26242 w 71259"/>
                <a:gd name="csY0" fmla="*/ 42778 h 91705"/>
                <a:gd name="csX1" fmla="*/ 54635 w 71259"/>
                <a:gd name="csY1" fmla="*/ 38122 h 91705"/>
                <a:gd name="csX2" fmla="*/ 68552 w 71259"/>
                <a:gd name="csY2" fmla="*/ 17270 h 91705"/>
                <a:gd name="csX3" fmla="*/ 48696 w 71259"/>
                <a:gd name="csY3" fmla="*/ 63 h 91705"/>
                <a:gd name="csX4" fmla="*/ 77 w 71259"/>
                <a:gd name="csY4" fmla="*/ 55127 h 91705"/>
                <a:gd name="csX5" fmla="*/ 29211 w 71259"/>
                <a:gd name="csY5" fmla="*/ 91768 h 91705"/>
                <a:gd name="csX6" fmla="*/ 71336 w 71259"/>
                <a:gd name="csY6" fmla="*/ 67880 h 91705"/>
                <a:gd name="csX7" fmla="*/ 69109 w 71259"/>
                <a:gd name="csY7" fmla="*/ 65249 h 91705"/>
                <a:gd name="csX8" fmla="*/ 66697 w 71259"/>
                <a:gd name="csY8" fmla="*/ 67273 h 91705"/>
                <a:gd name="csX9" fmla="*/ 29582 w 71259"/>
                <a:gd name="csY9" fmla="*/ 87315 h 91705"/>
                <a:gd name="csX10" fmla="*/ 13438 w 71259"/>
                <a:gd name="csY10" fmla="*/ 63832 h 91705"/>
                <a:gd name="csX11" fmla="*/ 16407 w 71259"/>
                <a:gd name="csY11" fmla="*/ 42778 h 91705"/>
                <a:gd name="csX12" fmla="*/ 26242 w 71259"/>
                <a:gd name="csY12" fmla="*/ 42778 h 91705"/>
                <a:gd name="csX13" fmla="*/ 17520 w 71259"/>
                <a:gd name="csY13" fmla="*/ 38324 h 91705"/>
                <a:gd name="csX14" fmla="*/ 48696 w 71259"/>
                <a:gd name="csY14" fmla="*/ 4516 h 91705"/>
                <a:gd name="csX15" fmla="*/ 62429 w 71259"/>
                <a:gd name="csY15" fmla="*/ 17270 h 91705"/>
                <a:gd name="csX16" fmla="*/ 25129 w 71259"/>
                <a:gd name="csY16" fmla="*/ 38324 h 91705"/>
                <a:gd name="csX17" fmla="*/ 17520 w 71259"/>
                <a:gd name="csY17" fmla="*/ 38324 h 917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1259" h="91705">
                  <a:moveTo>
                    <a:pt x="26242" y="42778"/>
                  </a:moveTo>
                  <a:cubicBezTo>
                    <a:pt x="31624" y="42778"/>
                    <a:pt x="45356" y="42373"/>
                    <a:pt x="54635" y="38122"/>
                  </a:cubicBezTo>
                  <a:cubicBezTo>
                    <a:pt x="67624" y="32048"/>
                    <a:pt x="68552" y="20104"/>
                    <a:pt x="68552" y="17270"/>
                  </a:cubicBezTo>
                  <a:cubicBezTo>
                    <a:pt x="68552" y="8363"/>
                    <a:pt x="61501" y="63"/>
                    <a:pt x="48696" y="63"/>
                  </a:cubicBezTo>
                  <a:cubicBezTo>
                    <a:pt x="28098" y="63"/>
                    <a:pt x="77" y="19700"/>
                    <a:pt x="77" y="55127"/>
                  </a:cubicBezTo>
                  <a:cubicBezTo>
                    <a:pt x="77" y="75776"/>
                    <a:pt x="11025" y="91768"/>
                    <a:pt x="29211" y="91768"/>
                  </a:cubicBezTo>
                  <a:cubicBezTo>
                    <a:pt x="55748" y="91768"/>
                    <a:pt x="71336" y="70310"/>
                    <a:pt x="71336" y="67880"/>
                  </a:cubicBezTo>
                  <a:cubicBezTo>
                    <a:pt x="71336" y="66666"/>
                    <a:pt x="70222" y="65249"/>
                    <a:pt x="69109" y="65249"/>
                  </a:cubicBezTo>
                  <a:cubicBezTo>
                    <a:pt x="68181" y="65249"/>
                    <a:pt x="67810" y="65654"/>
                    <a:pt x="66697" y="67273"/>
                  </a:cubicBezTo>
                  <a:cubicBezTo>
                    <a:pt x="52037" y="87315"/>
                    <a:pt x="31809" y="87315"/>
                    <a:pt x="29582" y="87315"/>
                  </a:cubicBezTo>
                  <a:cubicBezTo>
                    <a:pt x="15108" y="87315"/>
                    <a:pt x="13438" y="70310"/>
                    <a:pt x="13438" y="63832"/>
                  </a:cubicBezTo>
                  <a:cubicBezTo>
                    <a:pt x="13438" y="61402"/>
                    <a:pt x="13623" y="55127"/>
                    <a:pt x="16407" y="42778"/>
                  </a:cubicBezTo>
                  <a:lnTo>
                    <a:pt x="26242" y="42778"/>
                  </a:lnTo>
                  <a:close/>
                  <a:moveTo>
                    <a:pt x="17520" y="38324"/>
                  </a:moveTo>
                  <a:cubicBezTo>
                    <a:pt x="24758" y="7553"/>
                    <a:pt x="43871" y="4516"/>
                    <a:pt x="48696" y="4516"/>
                  </a:cubicBezTo>
                  <a:cubicBezTo>
                    <a:pt x="57418" y="4516"/>
                    <a:pt x="62429" y="10387"/>
                    <a:pt x="62429" y="17270"/>
                  </a:cubicBezTo>
                  <a:cubicBezTo>
                    <a:pt x="62429" y="38324"/>
                    <a:pt x="32737" y="38324"/>
                    <a:pt x="25129" y="38324"/>
                  </a:cubicBezTo>
                  <a:lnTo>
                    <a:pt x="17520" y="38324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F96F0B7-CC09-8CDB-C5B6-4A87401C894D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4430219" y="3950008"/>
              <a:ext cx="47283" cy="94094"/>
            </a:xfrm>
            <a:custGeom>
              <a:avLst/>
              <a:gdLst>
                <a:gd name="csX0" fmla="*/ 29439 w 47283"/>
                <a:gd name="csY0" fmla="*/ 4032 h 94094"/>
                <a:gd name="csX1" fmla="*/ 25542 w 47283"/>
                <a:gd name="csY1" fmla="*/ 64 h 94094"/>
                <a:gd name="csX2" fmla="*/ 81 w 47283"/>
                <a:gd name="csY2" fmla="*/ 9134 h 94094"/>
                <a:gd name="csX3" fmla="*/ 81 w 47283"/>
                <a:gd name="csY3" fmla="*/ 14235 h 94094"/>
                <a:gd name="csX4" fmla="*/ 18917 w 47283"/>
                <a:gd name="csY4" fmla="*/ 10267 h 94094"/>
                <a:gd name="csX5" fmla="*/ 18917 w 47283"/>
                <a:gd name="csY5" fmla="*/ 82539 h 94094"/>
                <a:gd name="csX6" fmla="*/ 5927 w 47283"/>
                <a:gd name="csY6" fmla="*/ 89057 h 94094"/>
                <a:gd name="csX7" fmla="*/ 991 w 47283"/>
                <a:gd name="csY7" fmla="*/ 89057 h 94094"/>
                <a:gd name="csX8" fmla="*/ 991 w 47283"/>
                <a:gd name="csY8" fmla="*/ 94159 h 94094"/>
                <a:gd name="csX9" fmla="*/ 24113 w 47283"/>
                <a:gd name="csY9" fmla="*/ 93592 h 94094"/>
                <a:gd name="csX10" fmla="*/ 47365 w 47283"/>
                <a:gd name="csY10" fmla="*/ 94159 h 94094"/>
                <a:gd name="csX11" fmla="*/ 47365 w 47283"/>
                <a:gd name="csY11" fmla="*/ 89057 h 94094"/>
                <a:gd name="csX12" fmla="*/ 42429 w 47283"/>
                <a:gd name="csY12" fmla="*/ 89057 h 94094"/>
                <a:gd name="csX13" fmla="*/ 29439 w 47283"/>
                <a:gd name="csY13" fmla="*/ 82539 h 94094"/>
                <a:gd name="csX14" fmla="*/ 29439 w 47283"/>
                <a:gd name="csY14" fmla="*/ 4032 h 940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7283" h="94094">
                  <a:moveTo>
                    <a:pt x="29439" y="4032"/>
                  </a:moveTo>
                  <a:cubicBezTo>
                    <a:pt x="29439" y="206"/>
                    <a:pt x="29179" y="64"/>
                    <a:pt x="25542" y="64"/>
                  </a:cubicBezTo>
                  <a:cubicBezTo>
                    <a:pt x="17228" y="8992"/>
                    <a:pt x="5407" y="9134"/>
                    <a:pt x="81" y="9134"/>
                  </a:cubicBezTo>
                  <a:lnTo>
                    <a:pt x="81" y="14235"/>
                  </a:lnTo>
                  <a:cubicBezTo>
                    <a:pt x="3199" y="14235"/>
                    <a:pt x="11772" y="14235"/>
                    <a:pt x="18917" y="10267"/>
                  </a:cubicBezTo>
                  <a:lnTo>
                    <a:pt x="18917" y="82539"/>
                  </a:lnTo>
                  <a:cubicBezTo>
                    <a:pt x="18917" y="87215"/>
                    <a:pt x="18917" y="89057"/>
                    <a:pt x="5927" y="89057"/>
                  </a:cubicBezTo>
                  <a:lnTo>
                    <a:pt x="991" y="89057"/>
                  </a:lnTo>
                  <a:lnTo>
                    <a:pt x="991" y="94159"/>
                  </a:lnTo>
                  <a:cubicBezTo>
                    <a:pt x="3329" y="94017"/>
                    <a:pt x="19306" y="93592"/>
                    <a:pt x="24113" y="93592"/>
                  </a:cubicBezTo>
                  <a:cubicBezTo>
                    <a:pt x="28140" y="93592"/>
                    <a:pt x="44507" y="94017"/>
                    <a:pt x="47365" y="94159"/>
                  </a:cubicBezTo>
                  <a:lnTo>
                    <a:pt x="47365" y="89057"/>
                  </a:lnTo>
                  <a:lnTo>
                    <a:pt x="42429" y="89057"/>
                  </a:lnTo>
                  <a:cubicBezTo>
                    <a:pt x="29439" y="89057"/>
                    <a:pt x="29439" y="87215"/>
                    <a:pt x="29439" y="82539"/>
                  </a:cubicBezTo>
                  <a:lnTo>
                    <a:pt x="29439" y="4032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Graphic 99">
            <a:extLst>
              <a:ext uri="{FF2B5EF4-FFF2-40B4-BE49-F238E27FC236}">
                <a16:creationId xmlns:a16="http://schemas.microsoft.com/office/drawing/2014/main" id="{77EBB5DD-C900-3F73-6E42-A8B9523E8C82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063530" y="2769763"/>
            <a:ext cx="67048" cy="103168"/>
          </a:xfrm>
          <a:custGeom>
            <a:avLst/>
            <a:gdLst>
              <a:gd name="csX0" fmla="*/ 61841 w 67048"/>
              <a:gd name="csY0" fmla="*/ 15550 h 103168"/>
              <a:gd name="csX1" fmla="*/ 53096 w 67048"/>
              <a:gd name="csY1" fmla="*/ 25798 h 103168"/>
              <a:gd name="csX2" fmla="*/ 58744 w 67048"/>
              <a:gd name="csY2" fmla="*/ 32403 h 103168"/>
              <a:gd name="csX3" fmla="*/ 67125 w 67048"/>
              <a:gd name="csY3" fmla="*/ 19649 h 103168"/>
              <a:gd name="csX4" fmla="*/ 45444 w 67048"/>
              <a:gd name="csY4" fmla="*/ 63 h 103168"/>
              <a:gd name="csX5" fmla="*/ 14652 w 67048"/>
              <a:gd name="csY5" fmla="*/ 33314 h 103168"/>
              <a:gd name="csX6" fmla="*/ 33419 w 67048"/>
              <a:gd name="csY6" fmla="*/ 55861 h 103168"/>
              <a:gd name="csX7" fmla="*/ 52367 w 67048"/>
              <a:gd name="csY7" fmla="*/ 73169 h 103168"/>
              <a:gd name="csX8" fmla="*/ 26313 w 67048"/>
              <a:gd name="csY8" fmla="*/ 98221 h 103168"/>
              <a:gd name="csX9" fmla="*/ 5543 w 67048"/>
              <a:gd name="csY9" fmla="*/ 86151 h 103168"/>
              <a:gd name="csX10" fmla="*/ 17021 w 67048"/>
              <a:gd name="csY10" fmla="*/ 74080 h 103168"/>
              <a:gd name="csX11" fmla="*/ 10280 w 67048"/>
              <a:gd name="csY11" fmla="*/ 66109 h 103168"/>
              <a:gd name="csX12" fmla="*/ 77 w 67048"/>
              <a:gd name="csY12" fmla="*/ 81140 h 103168"/>
              <a:gd name="csX13" fmla="*/ 26131 w 67048"/>
              <a:gd name="csY13" fmla="*/ 103232 h 103168"/>
              <a:gd name="csX14" fmla="*/ 62752 w 67048"/>
              <a:gd name="csY14" fmla="*/ 65426 h 103168"/>
              <a:gd name="csX15" fmla="*/ 57104 w 67048"/>
              <a:gd name="csY15" fmla="*/ 48800 h 103168"/>
              <a:gd name="csX16" fmla="*/ 38885 w 67048"/>
              <a:gd name="csY16" fmla="*/ 39235 h 103168"/>
              <a:gd name="csX17" fmla="*/ 25038 w 67048"/>
              <a:gd name="csY17" fmla="*/ 25570 h 103168"/>
              <a:gd name="csX18" fmla="*/ 45444 w 67048"/>
              <a:gd name="csY18" fmla="*/ 5073 h 103168"/>
              <a:gd name="csX19" fmla="*/ 61841 w 67048"/>
              <a:gd name="csY19" fmla="*/ 15550 h 1031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67048" h="103168">
                <a:moveTo>
                  <a:pt x="61841" y="15550"/>
                </a:moveTo>
                <a:cubicBezTo>
                  <a:pt x="56740" y="15777"/>
                  <a:pt x="53096" y="20788"/>
                  <a:pt x="53096" y="25798"/>
                </a:cubicBezTo>
                <a:cubicBezTo>
                  <a:pt x="53096" y="28986"/>
                  <a:pt x="54736" y="32403"/>
                  <a:pt x="58744" y="32403"/>
                </a:cubicBezTo>
                <a:cubicBezTo>
                  <a:pt x="62752" y="32403"/>
                  <a:pt x="67125" y="28531"/>
                  <a:pt x="67125" y="19649"/>
                </a:cubicBezTo>
                <a:cubicBezTo>
                  <a:pt x="67125" y="9400"/>
                  <a:pt x="59291" y="63"/>
                  <a:pt x="45444" y="63"/>
                </a:cubicBezTo>
                <a:cubicBezTo>
                  <a:pt x="21394" y="63"/>
                  <a:pt x="14652" y="23293"/>
                  <a:pt x="14652" y="33314"/>
                </a:cubicBezTo>
                <a:cubicBezTo>
                  <a:pt x="14652" y="51078"/>
                  <a:pt x="28135" y="54494"/>
                  <a:pt x="33419" y="55861"/>
                </a:cubicBezTo>
                <a:cubicBezTo>
                  <a:pt x="42893" y="58138"/>
                  <a:pt x="52367" y="60643"/>
                  <a:pt x="52367" y="73169"/>
                </a:cubicBezTo>
                <a:cubicBezTo>
                  <a:pt x="52367" y="79091"/>
                  <a:pt x="48177" y="98221"/>
                  <a:pt x="26313" y="98221"/>
                </a:cubicBezTo>
                <a:cubicBezTo>
                  <a:pt x="23762" y="98221"/>
                  <a:pt x="9733" y="98221"/>
                  <a:pt x="5543" y="86151"/>
                </a:cubicBezTo>
                <a:cubicBezTo>
                  <a:pt x="12466" y="87289"/>
                  <a:pt x="17021" y="80457"/>
                  <a:pt x="17021" y="74080"/>
                </a:cubicBezTo>
                <a:cubicBezTo>
                  <a:pt x="17021" y="68842"/>
                  <a:pt x="14106" y="66109"/>
                  <a:pt x="10280" y="66109"/>
                </a:cubicBezTo>
                <a:cubicBezTo>
                  <a:pt x="5543" y="66109"/>
                  <a:pt x="77" y="70892"/>
                  <a:pt x="77" y="81140"/>
                </a:cubicBezTo>
                <a:cubicBezTo>
                  <a:pt x="77" y="94122"/>
                  <a:pt x="10462" y="103232"/>
                  <a:pt x="26131" y="103232"/>
                </a:cubicBezTo>
                <a:cubicBezTo>
                  <a:pt x="55647" y="103232"/>
                  <a:pt x="62752" y="75674"/>
                  <a:pt x="62752" y="65426"/>
                </a:cubicBezTo>
                <a:cubicBezTo>
                  <a:pt x="62752" y="57227"/>
                  <a:pt x="59291" y="51533"/>
                  <a:pt x="57104" y="48800"/>
                </a:cubicBezTo>
                <a:cubicBezTo>
                  <a:pt x="52185" y="42424"/>
                  <a:pt x="46901" y="41285"/>
                  <a:pt x="38885" y="39235"/>
                </a:cubicBezTo>
                <a:cubicBezTo>
                  <a:pt x="32326" y="37413"/>
                  <a:pt x="25038" y="35819"/>
                  <a:pt x="25038" y="25570"/>
                </a:cubicBezTo>
                <a:cubicBezTo>
                  <a:pt x="25038" y="18966"/>
                  <a:pt x="29410" y="5073"/>
                  <a:pt x="45444" y="5073"/>
                </a:cubicBezTo>
                <a:cubicBezTo>
                  <a:pt x="49999" y="5073"/>
                  <a:pt x="59108" y="6667"/>
                  <a:pt x="61841" y="15550"/>
                </a:cubicBezTo>
                <a:close/>
              </a:path>
            </a:pathLst>
          </a:custGeom>
          <a:solidFill>
            <a:srgbClr val="000000"/>
          </a:solidFill>
          <a:ln w="2286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E157CBA-8B1C-ED96-611D-3D12AEDA6293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9260" y="73397"/>
            <a:ext cx="1960562" cy="253898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CEA58F2-B74C-3D3A-64F9-BF896118A582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6661197" y="71335"/>
            <a:ext cx="139312" cy="119844"/>
            <a:chOff x="8143030" y="1211298"/>
            <a:chExt cx="139312" cy="119844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C08FB83-9657-B0D6-7142-6B303E74772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8143030" y="1211298"/>
              <a:ext cx="71259" cy="91705"/>
            </a:xfrm>
            <a:custGeom>
              <a:avLst/>
              <a:gdLst>
                <a:gd name="csX0" fmla="*/ 26242 w 71259"/>
                <a:gd name="csY0" fmla="*/ 42778 h 91705"/>
                <a:gd name="csX1" fmla="*/ 54635 w 71259"/>
                <a:gd name="csY1" fmla="*/ 38122 h 91705"/>
                <a:gd name="csX2" fmla="*/ 68552 w 71259"/>
                <a:gd name="csY2" fmla="*/ 17270 h 91705"/>
                <a:gd name="csX3" fmla="*/ 48696 w 71259"/>
                <a:gd name="csY3" fmla="*/ 63 h 91705"/>
                <a:gd name="csX4" fmla="*/ 77 w 71259"/>
                <a:gd name="csY4" fmla="*/ 55127 h 91705"/>
                <a:gd name="csX5" fmla="*/ 29211 w 71259"/>
                <a:gd name="csY5" fmla="*/ 91768 h 91705"/>
                <a:gd name="csX6" fmla="*/ 71336 w 71259"/>
                <a:gd name="csY6" fmla="*/ 67880 h 91705"/>
                <a:gd name="csX7" fmla="*/ 69109 w 71259"/>
                <a:gd name="csY7" fmla="*/ 65249 h 91705"/>
                <a:gd name="csX8" fmla="*/ 66697 w 71259"/>
                <a:gd name="csY8" fmla="*/ 67273 h 91705"/>
                <a:gd name="csX9" fmla="*/ 29582 w 71259"/>
                <a:gd name="csY9" fmla="*/ 87315 h 91705"/>
                <a:gd name="csX10" fmla="*/ 13438 w 71259"/>
                <a:gd name="csY10" fmla="*/ 63832 h 91705"/>
                <a:gd name="csX11" fmla="*/ 16407 w 71259"/>
                <a:gd name="csY11" fmla="*/ 42778 h 91705"/>
                <a:gd name="csX12" fmla="*/ 26242 w 71259"/>
                <a:gd name="csY12" fmla="*/ 42778 h 91705"/>
                <a:gd name="csX13" fmla="*/ 17520 w 71259"/>
                <a:gd name="csY13" fmla="*/ 38324 h 91705"/>
                <a:gd name="csX14" fmla="*/ 48696 w 71259"/>
                <a:gd name="csY14" fmla="*/ 4516 h 91705"/>
                <a:gd name="csX15" fmla="*/ 62429 w 71259"/>
                <a:gd name="csY15" fmla="*/ 17270 h 91705"/>
                <a:gd name="csX16" fmla="*/ 25129 w 71259"/>
                <a:gd name="csY16" fmla="*/ 38324 h 91705"/>
                <a:gd name="csX17" fmla="*/ 17520 w 71259"/>
                <a:gd name="csY17" fmla="*/ 38324 h 917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1259" h="91705">
                  <a:moveTo>
                    <a:pt x="26242" y="42778"/>
                  </a:moveTo>
                  <a:cubicBezTo>
                    <a:pt x="31624" y="42778"/>
                    <a:pt x="45356" y="42373"/>
                    <a:pt x="54635" y="38122"/>
                  </a:cubicBezTo>
                  <a:cubicBezTo>
                    <a:pt x="67624" y="32048"/>
                    <a:pt x="68552" y="20104"/>
                    <a:pt x="68552" y="17270"/>
                  </a:cubicBezTo>
                  <a:cubicBezTo>
                    <a:pt x="68552" y="8363"/>
                    <a:pt x="61501" y="63"/>
                    <a:pt x="48696" y="63"/>
                  </a:cubicBezTo>
                  <a:cubicBezTo>
                    <a:pt x="28098" y="63"/>
                    <a:pt x="77" y="19700"/>
                    <a:pt x="77" y="55127"/>
                  </a:cubicBezTo>
                  <a:cubicBezTo>
                    <a:pt x="77" y="75776"/>
                    <a:pt x="11025" y="91768"/>
                    <a:pt x="29211" y="91768"/>
                  </a:cubicBezTo>
                  <a:cubicBezTo>
                    <a:pt x="55748" y="91768"/>
                    <a:pt x="71336" y="70310"/>
                    <a:pt x="71336" y="67880"/>
                  </a:cubicBezTo>
                  <a:cubicBezTo>
                    <a:pt x="71336" y="66666"/>
                    <a:pt x="70222" y="65249"/>
                    <a:pt x="69109" y="65249"/>
                  </a:cubicBezTo>
                  <a:cubicBezTo>
                    <a:pt x="68181" y="65249"/>
                    <a:pt x="67810" y="65654"/>
                    <a:pt x="66697" y="67273"/>
                  </a:cubicBezTo>
                  <a:cubicBezTo>
                    <a:pt x="52037" y="87315"/>
                    <a:pt x="31809" y="87315"/>
                    <a:pt x="29582" y="87315"/>
                  </a:cubicBezTo>
                  <a:cubicBezTo>
                    <a:pt x="15108" y="87315"/>
                    <a:pt x="13438" y="70310"/>
                    <a:pt x="13438" y="63832"/>
                  </a:cubicBezTo>
                  <a:cubicBezTo>
                    <a:pt x="13438" y="61402"/>
                    <a:pt x="13623" y="55127"/>
                    <a:pt x="16407" y="42778"/>
                  </a:cubicBezTo>
                  <a:lnTo>
                    <a:pt x="26242" y="42778"/>
                  </a:lnTo>
                  <a:close/>
                  <a:moveTo>
                    <a:pt x="17520" y="38324"/>
                  </a:moveTo>
                  <a:cubicBezTo>
                    <a:pt x="24758" y="7553"/>
                    <a:pt x="43871" y="4516"/>
                    <a:pt x="48696" y="4516"/>
                  </a:cubicBezTo>
                  <a:cubicBezTo>
                    <a:pt x="57418" y="4516"/>
                    <a:pt x="62429" y="10387"/>
                    <a:pt x="62429" y="17270"/>
                  </a:cubicBezTo>
                  <a:cubicBezTo>
                    <a:pt x="62429" y="38324"/>
                    <a:pt x="32737" y="38324"/>
                    <a:pt x="25129" y="38324"/>
                  </a:cubicBezTo>
                  <a:lnTo>
                    <a:pt x="17520" y="38324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E0F870-AF85-D1EE-322C-428C4DBADD29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235059" y="1237048"/>
              <a:ext cx="47283" cy="94094"/>
            </a:xfrm>
            <a:custGeom>
              <a:avLst/>
              <a:gdLst>
                <a:gd name="csX0" fmla="*/ 29439 w 47283"/>
                <a:gd name="csY0" fmla="*/ 4032 h 94094"/>
                <a:gd name="csX1" fmla="*/ 25542 w 47283"/>
                <a:gd name="csY1" fmla="*/ 64 h 94094"/>
                <a:gd name="csX2" fmla="*/ 81 w 47283"/>
                <a:gd name="csY2" fmla="*/ 9134 h 94094"/>
                <a:gd name="csX3" fmla="*/ 81 w 47283"/>
                <a:gd name="csY3" fmla="*/ 14235 h 94094"/>
                <a:gd name="csX4" fmla="*/ 18917 w 47283"/>
                <a:gd name="csY4" fmla="*/ 10267 h 94094"/>
                <a:gd name="csX5" fmla="*/ 18917 w 47283"/>
                <a:gd name="csY5" fmla="*/ 82539 h 94094"/>
                <a:gd name="csX6" fmla="*/ 5927 w 47283"/>
                <a:gd name="csY6" fmla="*/ 89057 h 94094"/>
                <a:gd name="csX7" fmla="*/ 991 w 47283"/>
                <a:gd name="csY7" fmla="*/ 89057 h 94094"/>
                <a:gd name="csX8" fmla="*/ 991 w 47283"/>
                <a:gd name="csY8" fmla="*/ 94159 h 94094"/>
                <a:gd name="csX9" fmla="*/ 24113 w 47283"/>
                <a:gd name="csY9" fmla="*/ 93592 h 94094"/>
                <a:gd name="csX10" fmla="*/ 47365 w 47283"/>
                <a:gd name="csY10" fmla="*/ 94159 h 94094"/>
                <a:gd name="csX11" fmla="*/ 47365 w 47283"/>
                <a:gd name="csY11" fmla="*/ 89057 h 94094"/>
                <a:gd name="csX12" fmla="*/ 42429 w 47283"/>
                <a:gd name="csY12" fmla="*/ 89057 h 94094"/>
                <a:gd name="csX13" fmla="*/ 29439 w 47283"/>
                <a:gd name="csY13" fmla="*/ 82539 h 94094"/>
                <a:gd name="csX14" fmla="*/ 29439 w 47283"/>
                <a:gd name="csY14" fmla="*/ 4032 h 940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7283" h="94094">
                  <a:moveTo>
                    <a:pt x="29439" y="4032"/>
                  </a:moveTo>
                  <a:cubicBezTo>
                    <a:pt x="29439" y="206"/>
                    <a:pt x="29179" y="64"/>
                    <a:pt x="25542" y="64"/>
                  </a:cubicBezTo>
                  <a:cubicBezTo>
                    <a:pt x="17228" y="8992"/>
                    <a:pt x="5407" y="9134"/>
                    <a:pt x="81" y="9134"/>
                  </a:cubicBezTo>
                  <a:lnTo>
                    <a:pt x="81" y="14235"/>
                  </a:lnTo>
                  <a:cubicBezTo>
                    <a:pt x="3199" y="14235"/>
                    <a:pt x="11772" y="14235"/>
                    <a:pt x="18917" y="10267"/>
                  </a:cubicBezTo>
                  <a:lnTo>
                    <a:pt x="18917" y="82539"/>
                  </a:lnTo>
                  <a:cubicBezTo>
                    <a:pt x="18917" y="87215"/>
                    <a:pt x="18917" y="89057"/>
                    <a:pt x="5927" y="89057"/>
                  </a:cubicBezTo>
                  <a:lnTo>
                    <a:pt x="991" y="89057"/>
                  </a:lnTo>
                  <a:lnTo>
                    <a:pt x="991" y="94159"/>
                  </a:lnTo>
                  <a:cubicBezTo>
                    <a:pt x="3329" y="94017"/>
                    <a:pt x="19306" y="93592"/>
                    <a:pt x="24113" y="93592"/>
                  </a:cubicBezTo>
                  <a:cubicBezTo>
                    <a:pt x="28140" y="93592"/>
                    <a:pt x="44507" y="94017"/>
                    <a:pt x="47365" y="94159"/>
                  </a:cubicBezTo>
                  <a:lnTo>
                    <a:pt x="47365" y="89057"/>
                  </a:lnTo>
                  <a:lnTo>
                    <a:pt x="42429" y="89057"/>
                  </a:lnTo>
                  <a:cubicBezTo>
                    <a:pt x="29439" y="89057"/>
                    <a:pt x="29439" y="87215"/>
                    <a:pt x="29439" y="82539"/>
                  </a:cubicBezTo>
                  <a:lnTo>
                    <a:pt x="29439" y="4032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6BB4154-EA06-0F7D-3568-B7F4DAAC4CCD}"/>
              </a:ext>
            </a:extLst>
          </p:cNvPr>
          <p:cNvSpPr txBox="1"/>
          <p:nvPr/>
        </p:nvSpPr>
        <p:spPr>
          <a:xfrm>
            <a:off x="4152944" y="264113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4156469-28F0-AD45-E054-15211DDBD694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8278235" y="32194"/>
            <a:ext cx="806705" cy="170353"/>
            <a:chOff x="9925209" y="1176192"/>
            <a:chExt cx="806705" cy="17035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E5F1741-B68D-3A7A-2561-5E17FE1D609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925209" y="1222956"/>
              <a:ext cx="75429" cy="94571"/>
            </a:xfrm>
            <a:custGeom>
              <a:avLst/>
              <a:gdLst>
                <a:gd name="csX0" fmla="*/ 69562 w 75429"/>
                <a:gd name="csY0" fmla="*/ 14259 h 94571"/>
                <a:gd name="csX1" fmla="*/ 59723 w 75429"/>
                <a:gd name="csY1" fmla="*/ 23653 h 94571"/>
                <a:gd name="csX2" fmla="*/ 66077 w 75429"/>
                <a:gd name="csY2" fmla="*/ 29708 h 94571"/>
                <a:gd name="csX3" fmla="*/ 75506 w 75429"/>
                <a:gd name="csY3" fmla="*/ 18017 h 94571"/>
                <a:gd name="csX4" fmla="*/ 51115 w 75429"/>
                <a:gd name="csY4" fmla="*/ 63 h 94571"/>
                <a:gd name="csX5" fmla="*/ 16474 w 75429"/>
                <a:gd name="csY5" fmla="*/ 30543 h 94571"/>
                <a:gd name="csX6" fmla="*/ 37586 w 75429"/>
                <a:gd name="csY6" fmla="*/ 51211 h 94571"/>
                <a:gd name="csX7" fmla="*/ 58904 w 75429"/>
                <a:gd name="csY7" fmla="*/ 67077 h 94571"/>
                <a:gd name="csX8" fmla="*/ 29593 w 75429"/>
                <a:gd name="csY8" fmla="*/ 90041 h 94571"/>
                <a:gd name="csX9" fmla="*/ 6226 w 75429"/>
                <a:gd name="csY9" fmla="*/ 78977 h 94571"/>
                <a:gd name="csX10" fmla="*/ 19139 w 75429"/>
                <a:gd name="csY10" fmla="*/ 67912 h 94571"/>
                <a:gd name="csX11" fmla="*/ 11555 w 75429"/>
                <a:gd name="csY11" fmla="*/ 60605 h 94571"/>
                <a:gd name="csX12" fmla="*/ 77 w 75429"/>
                <a:gd name="csY12" fmla="*/ 74384 h 94571"/>
                <a:gd name="csX13" fmla="*/ 29388 w 75429"/>
                <a:gd name="csY13" fmla="*/ 94634 h 94571"/>
                <a:gd name="csX14" fmla="*/ 70587 w 75429"/>
                <a:gd name="csY14" fmla="*/ 59979 h 94571"/>
                <a:gd name="csX15" fmla="*/ 64233 w 75429"/>
                <a:gd name="csY15" fmla="*/ 44739 h 94571"/>
                <a:gd name="csX16" fmla="*/ 43736 w 75429"/>
                <a:gd name="csY16" fmla="*/ 35971 h 94571"/>
                <a:gd name="csX17" fmla="*/ 28158 w 75429"/>
                <a:gd name="csY17" fmla="*/ 23445 h 94571"/>
                <a:gd name="csX18" fmla="*/ 51115 w 75429"/>
                <a:gd name="csY18" fmla="*/ 4656 h 94571"/>
                <a:gd name="csX19" fmla="*/ 69562 w 75429"/>
                <a:gd name="csY19" fmla="*/ 14259 h 945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75429" h="94571">
                  <a:moveTo>
                    <a:pt x="69562" y="14259"/>
                  </a:moveTo>
                  <a:cubicBezTo>
                    <a:pt x="63823" y="14468"/>
                    <a:pt x="59723" y="19061"/>
                    <a:pt x="59723" y="23653"/>
                  </a:cubicBezTo>
                  <a:cubicBezTo>
                    <a:pt x="59723" y="26576"/>
                    <a:pt x="61568" y="29708"/>
                    <a:pt x="66077" y="29708"/>
                  </a:cubicBezTo>
                  <a:cubicBezTo>
                    <a:pt x="70587" y="29708"/>
                    <a:pt x="75506" y="26159"/>
                    <a:pt x="75506" y="18017"/>
                  </a:cubicBezTo>
                  <a:cubicBezTo>
                    <a:pt x="75506" y="8622"/>
                    <a:pt x="66692" y="63"/>
                    <a:pt x="51115" y="63"/>
                  </a:cubicBezTo>
                  <a:cubicBezTo>
                    <a:pt x="24058" y="63"/>
                    <a:pt x="16474" y="21357"/>
                    <a:pt x="16474" y="30543"/>
                  </a:cubicBezTo>
                  <a:cubicBezTo>
                    <a:pt x="16474" y="46827"/>
                    <a:pt x="31642" y="49958"/>
                    <a:pt x="37586" y="51211"/>
                  </a:cubicBezTo>
                  <a:cubicBezTo>
                    <a:pt x="48245" y="53298"/>
                    <a:pt x="58904" y="55595"/>
                    <a:pt x="58904" y="67077"/>
                  </a:cubicBezTo>
                  <a:cubicBezTo>
                    <a:pt x="58904" y="72505"/>
                    <a:pt x="54189" y="90041"/>
                    <a:pt x="29593" y="90041"/>
                  </a:cubicBezTo>
                  <a:cubicBezTo>
                    <a:pt x="26723" y="90041"/>
                    <a:pt x="10940" y="90041"/>
                    <a:pt x="6226" y="78977"/>
                  </a:cubicBezTo>
                  <a:cubicBezTo>
                    <a:pt x="14015" y="80021"/>
                    <a:pt x="19139" y="73758"/>
                    <a:pt x="19139" y="67912"/>
                  </a:cubicBezTo>
                  <a:cubicBezTo>
                    <a:pt x="19139" y="63110"/>
                    <a:pt x="15860" y="60605"/>
                    <a:pt x="11555" y="60605"/>
                  </a:cubicBezTo>
                  <a:cubicBezTo>
                    <a:pt x="6226" y="60605"/>
                    <a:pt x="77" y="64989"/>
                    <a:pt x="77" y="74384"/>
                  </a:cubicBezTo>
                  <a:cubicBezTo>
                    <a:pt x="77" y="86284"/>
                    <a:pt x="11760" y="94634"/>
                    <a:pt x="29388" y="94634"/>
                  </a:cubicBezTo>
                  <a:cubicBezTo>
                    <a:pt x="62593" y="94634"/>
                    <a:pt x="70587" y="69373"/>
                    <a:pt x="70587" y="59979"/>
                  </a:cubicBezTo>
                  <a:cubicBezTo>
                    <a:pt x="70587" y="52463"/>
                    <a:pt x="66692" y="47244"/>
                    <a:pt x="64233" y="44739"/>
                  </a:cubicBezTo>
                  <a:cubicBezTo>
                    <a:pt x="58699" y="38893"/>
                    <a:pt x="52754" y="37850"/>
                    <a:pt x="43736" y="35971"/>
                  </a:cubicBezTo>
                  <a:cubicBezTo>
                    <a:pt x="36357" y="34301"/>
                    <a:pt x="28158" y="32839"/>
                    <a:pt x="28158" y="23445"/>
                  </a:cubicBezTo>
                  <a:cubicBezTo>
                    <a:pt x="28158" y="17390"/>
                    <a:pt x="33077" y="4656"/>
                    <a:pt x="51115" y="4656"/>
                  </a:cubicBezTo>
                  <a:cubicBezTo>
                    <a:pt x="56239" y="4656"/>
                    <a:pt x="66487" y="6117"/>
                    <a:pt x="69562" y="14259"/>
                  </a:cubicBez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3AC1F29-0F2A-18E9-E078-C6220C6D8882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067658" y="1193520"/>
              <a:ext cx="136305" cy="139038"/>
            </a:xfrm>
            <a:custGeom>
              <a:avLst/>
              <a:gdLst>
                <a:gd name="csX0" fmla="*/ 72438 w 136305"/>
                <a:gd name="csY0" fmla="*/ 73758 h 139038"/>
                <a:gd name="csX1" fmla="*/ 129625 w 136305"/>
                <a:gd name="csY1" fmla="*/ 73758 h 139038"/>
                <a:gd name="csX2" fmla="*/ 136390 w 136305"/>
                <a:gd name="csY2" fmla="*/ 69582 h 139038"/>
                <a:gd name="csX3" fmla="*/ 129625 w 136305"/>
                <a:gd name="csY3" fmla="*/ 65407 h 139038"/>
                <a:gd name="csX4" fmla="*/ 72438 w 136305"/>
                <a:gd name="csY4" fmla="*/ 65407 h 139038"/>
                <a:gd name="csX5" fmla="*/ 72438 w 136305"/>
                <a:gd name="csY5" fmla="*/ 6952 h 139038"/>
                <a:gd name="csX6" fmla="*/ 68339 w 136305"/>
                <a:gd name="csY6" fmla="*/ 63 h 139038"/>
                <a:gd name="csX7" fmla="*/ 64240 w 136305"/>
                <a:gd name="csY7" fmla="*/ 6952 h 139038"/>
                <a:gd name="csX8" fmla="*/ 64240 w 136305"/>
                <a:gd name="csY8" fmla="*/ 65407 h 139038"/>
                <a:gd name="csX9" fmla="*/ 6848 w 136305"/>
                <a:gd name="csY9" fmla="*/ 65407 h 139038"/>
                <a:gd name="csX10" fmla="*/ 84 w 136305"/>
                <a:gd name="csY10" fmla="*/ 69582 h 139038"/>
                <a:gd name="csX11" fmla="*/ 6848 w 136305"/>
                <a:gd name="csY11" fmla="*/ 73758 h 139038"/>
                <a:gd name="csX12" fmla="*/ 64240 w 136305"/>
                <a:gd name="csY12" fmla="*/ 73758 h 139038"/>
                <a:gd name="csX13" fmla="*/ 64240 w 136305"/>
                <a:gd name="csY13" fmla="*/ 132212 h 139038"/>
                <a:gd name="csX14" fmla="*/ 68339 w 136305"/>
                <a:gd name="csY14" fmla="*/ 139102 h 139038"/>
                <a:gd name="csX15" fmla="*/ 72438 w 136305"/>
                <a:gd name="csY15" fmla="*/ 132212 h 139038"/>
                <a:gd name="csX16" fmla="*/ 72438 w 136305"/>
                <a:gd name="csY16" fmla="*/ 73758 h 1390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6305" h="139038">
                  <a:moveTo>
                    <a:pt x="72438" y="73758"/>
                  </a:moveTo>
                  <a:lnTo>
                    <a:pt x="129625" y="73758"/>
                  </a:lnTo>
                  <a:cubicBezTo>
                    <a:pt x="132495" y="73758"/>
                    <a:pt x="136390" y="73758"/>
                    <a:pt x="136390" y="69582"/>
                  </a:cubicBezTo>
                  <a:cubicBezTo>
                    <a:pt x="136390" y="65407"/>
                    <a:pt x="132495" y="65407"/>
                    <a:pt x="129625" y="65407"/>
                  </a:cubicBezTo>
                  <a:lnTo>
                    <a:pt x="72438" y="65407"/>
                  </a:lnTo>
                  <a:lnTo>
                    <a:pt x="72438" y="6952"/>
                  </a:lnTo>
                  <a:cubicBezTo>
                    <a:pt x="72438" y="4029"/>
                    <a:pt x="72438" y="63"/>
                    <a:pt x="68339" y="63"/>
                  </a:cubicBezTo>
                  <a:cubicBezTo>
                    <a:pt x="64240" y="63"/>
                    <a:pt x="64240" y="4029"/>
                    <a:pt x="64240" y="6952"/>
                  </a:cubicBezTo>
                  <a:lnTo>
                    <a:pt x="64240" y="65407"/>
                  </a:lnTo>
                  <a:lnTo>
                    <a:pt x="6848" y="65407"/>
                  </a:lnTo>
                  <a:cubicBezTo>
                    <a:pt x="3978" y="65407"/>
                    <a:pt x="84" y="65407"/>
                    <a:pt x="84" y="69582"/>
                  </a:cubicBezTo>
                  <a:cubicBezTo>
                    <a:pt x="84" y="73758"/>
                    <a:pt x="3978" y="73758"/>
                    <a:pt x="6848" y="73758"/>
                  </a:cubicBezTo>
                  <a:lnTo>
                    <a:pt x="64240" y="73758"/>
                  </a:lnTo>
                  <a:lnTo>
                    <a:pt x="64240" y="132212"/>
                  </a:lnTo>
                  <a:cubicBezTo>
                    <a:pt x="64240" y="135135"/>
                    <a:pt x="64240" y="139102"/>
                    <a:pt x="68339" y="139102"/>
                  </a:cubicBezTo>
                  <a:cubicBezTo>
                    <a:pt x="72438" y="139102"/>
                    <a:pt x="72438" y="135135"/>
                    <a:pt x="72438" y="132212"/>
                  </a:cubicBezTo>
                  <a:lnTo>
                    <a:pt x="72438" y="73758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A92C2B1-FB61-9121-C19F-080C33357D6A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279393" y="1176192"/>
              <a:ext cx="67640" cy="139038"/>
            </a:xfrm>
            <a:custGeom>
              <a:avLst/>
              <a:gdLst>
                <a:gd name="csX0" fmla="*/ 42113 w 67640"/>
                <a:gd name="csY0" fmla="*/ 5491 h 139038"/>
                <a:gd name="csX1" fmla="*/ 37398 w 67640"/>
                <a:gd name="csY1" fmla="*/ 63 h 139038"/>
                <a:gd name="csX2" fmla="*/ 94 w 67640"/>
                <a:gd name="csY2" fmla="*/ 13424 h 139038"/>
                <a:gd name="csX3" fmla="*/ 94 w 67640"/>
                <a:gd name="csY3" fmla="*/ 19896 h 139038"/>
                <a:gd name="csX4" fmla="*/ 26945 w 67640"/>
                <a:gd name="csY4" fmla="*/ 14468 h 139038"/>
                <a:gd name="csX5" fmla="*/ 26945 w 67640"/>
                <a:gd name="csY5" fmla="*/ 122609 h 139038"/>
                <a:gd name="csX6" fmla="*/ 7882 w 67640"/>
                <a:gd name="csY6" fmla="*/ 132630 h 139038"/>
                <a:gd name="csX7" fmla="*/ 1323 w 67640"/>
                <a:gd name="csY7" fmla="*/ 132630 h 139038"/>
                <a:gd name="csX8" fmla="*/ 1323 w 67640"/>
                <a:gd name="csY8" fmla="*/ 139102 h 139038"/>
                <a:gd name="csX9" fmla="*/ 34529 w 67640"/>
                <a:gd name="csY9" fmla="*/ 138475 h 139038"/>
                <a:gd name="csX10" fmla="*/ 67734 w 67640"/>
                <a:gd name="csY10" fmla="*/ 139102 h 139038"/>
                <a:gd name="csX11" fmla="*/ 67734 w 67640"/>
                <a:gd name="csY11" fmla="*/ 132630 h 139038"/>
                <a:gd name="csX12" fmla="*/ 61175 w 67640"/>
                <a:gd name="csY12" fmla="*/ 132630 h 139038"/>
                <a:gd name="csX13" fmla="*/ 42113 w 67640"/>
                <a:gd name="csY13" fmla="*/ 122609 h 139038"/>
                <a:gd name="csX14" fmla="*/ 42113 w 67640"/>
                <a:gd name="csY14" fmla="*/ 5491 h 1390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67640" h="139038">
                  <a:moveTo>
                    <a:pt x="42113" y="5491"/>
                  </a:moveTo>
                  <a:cubicBezTo>
                    <a:pt x="42113" y="480"/>
                    <a:pt x="42113" y="63"/>
                    <a:pt x="37398" y="63"/>
                  </a:cubicBezTo>
                  <a:cubicBezTo>
                    <a:pt x="24690" y="13424"/>
                    <a:pt x="6653" y="13424"/>
                    <a:pt x="94" y="13424"/>
                  </a:cubicBezTo>
                  <a:lnTo>
                    <a:pt x="94" y="19896"/>
                  </a:lnTo>
                  <a:cubicBezTo>
                    <a:pt x="4193" y="19896"/>
                    <a:pt x="16286" y="19896"/>
                    <a:pt x="26945" y="14468"/>
                  </a:cubicBezTo>
                  <a:lnTo>
                    <a:pt x="26945" y="122609"/>
                  </a:lnTo>
                  <a:cubicBezTo>
                    <a:pt x="26945" y="130125"/>
                    <a:pt x="26330" y="132630"/>
                    <a:pt x="7882" y="132630"/>
                  </a:cubicBezTo>
                  <a:lnTo>
                    <a:pt x="1323" y="132630"/>
                  </a:lnTo>
                  <a:lnTo>
                    <a:pt x="1323" y="139102"/>
                  </a:lnTo>
                  <a:cubicBezTo>
                    <a:pt x="8497" y="138475"/>
                    <a:pt x="26330" y="138475"/>
                    <a:pt x="34529" y="138475"/>
                  </a:cubicBezTo>
                  <a:cubicBezTo>
                    <a:pt x="42728" y="138475"/>
                    <a:pt x="60560" y="138475"/>
                    <a:pt x="67734" y="139102"/>
                  </a:cubicBezTo>
                  <a:lnTo>
                    <a:pt x="67734" y="132630"/>
                  </a:lnTo>
                  <a:lnTo>
                    <a:pt x="61175" y="132630"/>
                  </a:lnTo>
                  <a:cubicBezTo>
                    <a:pt x="42728" y="132630"/>
                    <a:pt x="42113" y="130333"/>
                    <a:pt x="42113" y="122609"/>
                  </a:cubicBezTo>
                  <a:lnTo>
                    <a:pt x="42113" y="5491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53F54E2-7537-399C-E628-FD0204A7761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0371630" y="1176192"/>
              <a:ext cx="86292" cy="143631"/>
            </a:xfrm>
            <a:custGeom>
              <a:avLst/>
              <a:gdLst>
                <a:gd name="csX0" fmla="*/ 86391 w 86292"/>
                <a:gd name="csY0" fmla="*/ 72296 h 143631"/>
                <a:gd name="csX1" fmla="*/ 78193 w 86292"/>
                <a:gd name="csY1" fmla="*/ 23445 h 143631"/>
                <a:gd name="csX2" fmla="*/ 43347 w 86292"/>
                <a:gd name="csY2" fmla="*/ 63 h 143631"/>
                <a:gd name="csX3" fmla="*/ 7682 w 86292"/>
                <a:gd name="csY3" fmla="*/ 24906 h 143631"/>
                <a:gd name="csX4" fmla="*/ 99 w 86292"/>
                <a:gd name="csY4" fmla="*/ 72296 h 143631"/>
                <a:gd name="csX5" fmla="*/ 9322 w 86292"/>
                <a:gd name="csY5" fmla="*/ 122609 h 143631"/>
                <a:gd name="csX6" fmla="*/ 43143 w 86292"/>
                <a:gd name="csY6" fmla="*/ 143695 h 143631"/>
                <a:gd name="csX7" fmla="*/ 78808 w 86292"/>
                <a:gd name="csY7" fmla="*/ 119478 h 143631"/>
                <a:gd name="csX8" fmla="*/ 86391 w 86292"/>
                <a:gd name="csY8" fmla="*/ 72296 h 143631"/>
                <a:gd name="csX9" fmla="*/ 43143 w 86292"/>
                <a:gd name="csY9" fmla="*/ 139102 h 143631"/>
                <a:gd name="csX10" fmla="*/ 19366 w 86292"/>
                <a:gd name="csY10" fmla="*/ 113841 h 143631"/>
                <a:gd name="csX11" fmla="*/ 17111 w 86292"/>
                <a:gd name="csY11" fmla="*/ 69791 h 143631"/>
                <a:gd name="csX12" fmla="*/ 18751 w 86292"/>
                <a:gd name="csY12" fmla="*/ 31378 h 143631"/>
                <a:gd name="csX13" fmla="*/ 43143 w 86292"/>
                <a:gd name="csY13" fmla="*/ 4656 h 143631"/>
                <a:gd name="csX14" fmla="*/ 67329 w 86292"/>
                <a:gd name="csY14" fmla="*/ 29081 h 143631"/>
                <a:gd name="csX15" fmla="*/ 69379 w 86292"/>
                <a:gd name="csY15" fmla="*/ 69791 h 143631"/>
                <a:gd name="csX16" fmla="*/ 67124 w 86292"/>
                <a:gd name="csY16" fmla="*/ 113006 h 143631"/>
                <a:gd name="csX17" fmla="*/ 43143 w 86292"/>
                <a:gd name="csY17" fmla="*/ 139102 h 1436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86292" h="143631">
                  <a:moveTo>
                    <a:pt x="86391" y="72296"/>
                  </a:moveTo>
                  <a:cubicBezTo>
                    <a:pt x="86391" y="55595"/>
                    <a:pt x="85367" y="38893"/>
                    <a:pt x="78193" y="23445"/>
                  </a:cubicBezTo>
                  <a:cubicBezTo>
                    <a:pt x="68764" y="3403"/>
                    <a:pt x="51956" y="63"/>
                    <a:pt x="43347" y="63"/>
                  </a:cubicBezTo>
                  <a:cubicBezTo>
                    <a:pt x="31049" y="63"/>
                    <a:pt x="16086" y="5491"/>
                    <a:pt x="7682" y="24906"/>
                  </a:cubicBezTo>
                  <a:cubicBezTo>
                    <a:pt x="1123" y="39311"/>
                    <a:pt x="99" y="55595"/>
                    <a:pt x="99" y="72296"/>
                  </a:cubicBezTo>
                  <a:cubicBezTo>
                    <a:pt x="99" y="87954"/>
                    <a:pt x="918" y="106743"/>
                    <a:pt x="9322" y="122609"/>
                  </a:cubicBezTo>
                  <a:cubicBezTo>
                    <a:pt x="18136" y="139519"/>
                    <a:pt x="33099" y="143695"/>
                    <a:pt x="43143" y="143695"/>
                  </a:cubicBezTo>
                  <a:cubicBezTo>
                    <a:pt x="54211" y="143695"/>
                    <a:pt x="69789" y="139310"/>
                    <a:pt x="78808" y="119478"/>
                  </a:cubicBezTo>
                  <a:cubicBezTo>
                    <a:pt x="85367" y="105073"/>
                    <a:pt x="86391" y="88789"/>
                    <a:pt x="86391" y="72296"/>
                  </a:cubicBezTo>
                  <a:close/>
                  <a:moveTo>
                    <a:pt x="43143" y="139102"/>
                  </a:moveTo>
                  <a:cubicBezTo>
                    <a:pt x="35149" y="139102"/>
                    <a:pt x="23055" y="133882"/>
                    <a:pt x="19366" y="113841"/>
                  </a:cubicBezTo>
                  <a:cubicBezTo>
                    <a:pt x="17111" y="101315"/>
                    <a:pt x="17111" y="82108"/>
                    <a:pt x="17111" y="69791"/>
                  </a:cubicBezTo>
                  <a:cubicBezTo>
                    <a:pt x="17111" y="56430"/>
                    <a:pt x="17111" y="42651"/>
                    <a:pt x="18751" y="31378"/>
                  </a:cubicBezTo>
                  <a:cubicBezTo>
                    <a:pt x="22645" y="6535"/>
                    <a:pt x="38018" y="4656"/>
                    <a:pt x="43143" y="4656"/>
                  </a:cubicBezTo>
                  <a:cubicBezTo>
                    <a:pt x="49907" y="4656"/>
                    <a:pt x="63435" y="8413"/>
                    <a:pt x="67329" y="29081"/>
                  </a:cubicBezTo>
                  <a:cubicBezTo>
                    <a:pt x="69379" y="40772"/>
                    <a:pt x="69379" y="56639"/>
                    <a:pt x="69379" y="69791"/>
                  </a:cubicBezTo>
                  <a:cubicBezTo>
                    <a:pt x="69379" y="85449"/>
                    <a:pt x="69379" y="99645"/>
                    <a:pt x="67124" y="113006"/>
                  </a:cubicBezTo>
                  <a:cubicBezTo>
                    <a:pt x="64050" y="132839"/>
                    <a:pt x="52366" y="139102"/>
                    <a:pt x="43143" y="139102"/>
                  </a:cubicBez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7E60708-BF90-CD85-F8FA-E9C13491E71A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474116" y="1176192"/>
              <a:ext cx="86292" cy="143631"/>
            </a:xfrm>
            <a:custGeom>
              <a:avLst/>
              <a:gdLst>
                <a:gd name="csX0" fmla="*/ 86396 w 86292"/>
                <a:gd name="csY0" fmla="*/ 72296 h 143631"/>
                <a:gd name="csX1" fmla="*/ 78198 w 86292"/>
                <a:gd name="csY1" fmla="*/ 23445 h 143631"/>
                <a:gd name="csX2" fmla="*/ 43352 w 86292"/>
                <a:gd name="csY2" fmla="*/ 63 h 143631"/>
                <a:gd name="csX3" fmla="*/ 7687 w 86292"/>
                <a:gd name="csY3" fmla="*/ 24906 h 143631"/>
                <a:gd name="csX4" fmla="*/ 104 w 86292"/>
                <a:gd name="csY4" fmla="*/ 72296 h 143631"/>
                <a:gd name="csX5" fmla="*/ 9327 w 86292"/>
                <a:gd name="csY5" fmla="*/ 122609 h 143631"/>
                <a:gd name="csX6" fmla="*/ 43147 w 86292"/>
                <a:gd name="csY6" fmla="*/ 143695 h 143631"/>
                <a:gd name="csX7" fmla="*/ 78813 w 86292"/>
                <a:gd name="csY7" fmla="*/ 119478 h 143631"/>
                <a:gd name="csX8" fmla="*/ 86396 w 86292"/>
                <a:gd name="csY8" fmla="*/ 72296 h 143631"/>
                <a:gd name="csX9" fmla="*/ 43147 w 86292"/>
                <a:gd name="csY9" fmla="*/ 139102 h 143631"/>
                <a:gd name="csX10" fmla="*/ 19371 w 86292"/>
                <a:gd name="csY10" fmla="*/ 113841 h 143631"/>
                <a:gd name="csX11" fmla="*/ 17116 w 86292"/>
                <a:gd name="csY11" fmla="*/ 69791 h 143631"/>
                <a:gd name="csX12" fmla="*/ 18756 w 86292"/>
                <a:gd name="csY12" fmla="*/ 31378 h 143631"/>
                <a:gd name="csX13" fmla="*/ 43147 w 86292"/>
                <a:gd name="csY13" fmla="*/ 4656 h 143631"/>
                <a:gd name="csX14" fmla="*/ 67334 w 86292"/>
                <a:gd name="csY14" fmla="*/ 29081 h 143631"/>
                <a:gd name="csX15" fmla="*/ 69384 w 86292"/>
                <a:gd name="csY15" fmla="*/ 69791 h 143631"/>
                <a:gd name="csX16" fmla="*/ 67129 w 86292"/>
                <a:gd name="csY16" fmla="*/ 113006 h 143631"/>
                <a:gd name="csX17" fmla="*/ 43147 w 86292"/>
                <a:gd name="csY17" fmla="*/ 139102 h 1436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86292" h="143631">
                  <a:moveTo>
                    <a:pt x="86396" y="72296"/>
                  </a:moveTo>
                  <a:cubicBezTo>
                    <a:pt x="86396" y="55595"/>
                    <a:pt x="85372" y="38893"/>
                    <a:pt x="78198" y="23445"/>
                  </a:cubicBezTo>
                  <a:cubicBezTo>
                    <a:pt x="68769" y="3403"/>
                    <a:pt x="51961" y="63"/>
                    <a:pt x="43352" y="63"/>
                  </a:cubicBezTo>
                  <a:cubicBezTo>
                    <a:pt x="31054" y="63"/>
                    <a:pt x="16091" y="5491"/>
                    <a:pt x="7687" y="24906"/>
                  </a:cubicBezTo>
                  <a:cubicBezTo>
                    <a:pt x="1128" y="39311"/>
                    <a:pt x="104" y="55595"/>
                    <a:pt x="104" y="72296"/>
                  </a:cubicBezTo>
                  <a:cubicBezTo>
                    <a:pt x="104" y="87954"/>
                    <a:pt x="923" y="106743"/>
                    <a:pt x="9327" y="122609"/>
                  </a:cubicBezTo>
                  <a:cubicBezTo>
                    <a:pt x="18141" y="139519"/>
                    <a:pt x="33104" y="143695"/>
                    <a:pt x="43147" y="143695"/>
                  </a:cubicBezTo>
                  <a:cubicBezTo>
                    <a:pt x="54216" y="143695"/>
                    <a:pt x="69794" y="139310"/>
                    <a:pt x="78813" y="119478"/>
                  </a:cubicBezTo>
                  <a:cubicBezTo>
                    <a:pt x="85372" y="105073"/>
                    <a:pt x="86396" y="88789"/>
                    <a:pt x="86396" y="72296"/>
                  </a:cubicBezTo>
                  <a:close/>
                  <a:moveTo>
                    <a:pt x="43147" y="139102"/>
                  </a:moveTo>
                  <a:cubicBezTo>
                    <a:pt x="35154" y="139102"/>
                    <a:pt x="23060" y="133882"/>
                    <a:pt x="19371" y="113841"/>
                  </a:cubicBezTo>
                  <a:cubicBezTo>
                    <a:pt x="17116" y="101315"/>
                    <a:pt x="17116" y="82108"/>
                    <a:pt x="17116" y="69791"/>
                  </a:cubicBezTo>
                  <a:cubicBezTo>
                    <a:pt x="17116" y="56430"/>
                    <a:pt x="17116" y="42651"/>
                    <a:pt x="18756" y="31378"/>
                  </a:cubicBezTo>
                  <a:cubicBezTo>
                    <a:pt x="22650" y="6535"/>
                    <a:pt x="38023" y="4656"/>
                    <a:pt x="43147" y="4656"/>
                  </a:cubicBezTo>
                  <a:cubicBezTo>
                    <a:pt x="49912" y="4656"/>
                    <a:pt x="63440" y="8413"/>
                    <a:pt x="67334" y="29081"/>
                  </a:cubicBezTo>
                  <a:cubicBezTo>
                    <a:pt x="69384" y="40772"/>
                    <a:pt x="69384" y="56639"/>
                    <a:pt x="69384" y="69791"/>
                  </a:cubicBezTo>
                  <a:cubicBezTo>
                    <a:pt x="69384" y="85449"/>
                    <a:pt x="69384" y="99645"/>
                    <a:pt x="67129" y="113006"/>
                  </a:cubicBezTo>
                  <a:cubicBezTo>
                    <a:pt x="64055" y="132839"/>
                    <a:pt x="52371" y="139102"/>
                    <a:pt x="43147" y="139102"/>
                  </a:cubicBez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302B30B-36E3-E416-2B67-125F0396B73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578037" y="1222956"/>
              <a:ext cx="78709" cy="94571"/>
            </a:xfrm>
            <a:custGeom>
              <a:avLst/>
              <a:gdLst>
                <a:gd name="csX0" fmla="*/ 29009 w 78709"/>
                <a:gd name="csY0" fmla="*/ 44113 h 94571"/>
                <a:gd name="csX1" fmla="*/ 60370 w 78709"/>
                <a:gd name="csY1" fmla="*/ 39311 h 94571"/>
                <a:gd name="csX2" fmla="*/ 75743 w 78709"/>
                <a:gd name="csY2" fmla="*/ 17808 h 94571"/>
                <a:gd name="csX3" fmla="*/ 53811 w 78709"/>
                <a:gd name="csY3" fmla="*/ 63 h 94571"/>
                <a:gd name="csX4" fmla="*/ 109 w 78709"/>
                <a:gd name="csY4" fmla="*/ 56847 h 94571"/>
                <a:gd name="csX5" fmla="*/ 32289 w 78709"/>
                <a:gd name="csY5" fmla="*/ 94634 h 94571"/>
                <a:gd name="csX6" fmla="*/ 78818 w 78709"/>
                <a:gd name="csY6" fmla="*/ 70000 h 94571"/>
                <a:gd name="csX7" fmla="*/ 76358 w 78709"/>
                <a:gd name="csY7" fmla="*/ 67286 h 94571"/>
                <a:gd name="csX8" fmla="*/ 73693 w 78709"/>
                <a:gd name="csY8" fmla="*/ 69373 h 94571"/>
                <a:gd name="csX9" fmla="*/ 32699 w 78709"/>
                <a:gd name="csY9" fmla="*/ 90041 h 94571"/>
                <a:gd name="csX10" fmla="*/ 14866 w 78709"/>
                <a:gd name="csY10" fmla="*/ 65824 h 94571"/>
                <a:gd name="csX11" fmla="*/ 18146 w 78709"/>
                <a:gd name="csY11" fmla="*/ 44113 h 94571"/>
                <a:gd name="csX12" fmla="*/ 29009 w 78709"/>
                <a:gd name="csY12" fmla="*/ 44113 h 94571"/>
                <a:gd name="csX13" fmla="*/ 19376 w 78709"/>
                <a:gd name="csY13" fmla="*/ 39520 h 94571"/>
                <a:gd name="csX14" fmla="*/ 53811 w 78709"/>
                <a:gd name="csY14" fmla="*/ 4656 h 94571"/>
                <a:gd name="csX15" fmla="*/ 68979 w 78709"/>
                <a:gd name="csY15" fmla="*/ 17808 h 94571"/>
                <a:gd name="csX16" fmla="*/ 27780 w 78709"/>
                <a:gd name="csY16" fmla="*/ 39520 h 94571"/>
                <a:gd name="csX17" fmla="*/ 19376 w 78709"/>
                <a:gd name="csY17" fmla="*/ 39520 h 945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8709" h="94571">
                  <a:moveTo>
                    <a:pt x="29009" y="44113"/>
                  </a:moveTo>
                  <a:cubicBezTo>
                    <a:pt x="34954" y="44113"/>
                    <a:pt x="50122" y="43695"/>
                    <a:pt x="60370" y="39311"/>
                  </a:cubicBezTo>
                  <a:cubicBezTo>
                    <a:pt x="74718" y="33048"/>
                    <a:pt x="75743" y="20731"/>
                    <a:pt x="75743" y="17808"/>
                  </a:cubicBezTo>
                  <a:cubicBezTo>
                    <a:pt x="75743" y="8622"/>
                    <a:pt x="67954" y="63"/>
                    <a:pt x="53811" y="63"/>
                  </a:cubicBezTo>
                  <a:cubicBezTo>
                    <a:pt x="31059" y="63"/>
                    <a:pt x="109" y="20313"/>
                    <a:pt x="109" y="56847"/>
                  </a:cubicBezTo>
                  <a:cubicBezTo>
                    <a:pt x="109" y="78142"/>
                    <a:pt x="12202" y="94634"/>
                    <a:pt x="32289" y="94634"/>
                  </a:cubicBezTo>
                  <a:cubicBezTo>
                    <a:pt x="61600" y="94634"/>
                    <a:pt x="78818" y="72505"/>
                    <a:pt x="78818" y="70000"/>
                  </a:cubicBezTo>
                  <a:cubicBezTo>
                    <a:pt x="78818" y="68747"/>
                    <a:pt x="77588" y="67286"/>
                    <a:pt x="76358" y="67286"/>
                  </a:cubicBezTo>
                  <a:cubicBezTo>
                    <a:pt x="75333" y="67286"/>
                    <a:pt x="74923" y="67703"/>
                    <a:pt x="73693" y="69373"/>
                  </a:cubicBezTo>
                  <a:cubicBezTo>
                    <a:pt x="57501" y="90041"/>
                    <a:pt x="35159" y="90041"/>
                    <a:pt x="32699" y="90041"/>
                  </a:cubicBezTo>
                  <a:cubicBezTo>
                    <a:pt x="16711" y="90041"/>
                    <a:pt x="14866" y="72505"/>
                    <a:pt x="14866" y="65824"/>
                  </a:cubicBezTo>
                  <a:cubicBezTo>
                    <a:pt x="14866" y="63319"/>
                    <a:pt x="15071" y="56847"/>
                    <a:pt x="18146" y="44113"/>
                  </a:cubicBezTo>
                  <a:lnTo>
                    <a:pt x="29009" y="44113"/>
                  </a:lnTo>
                  <a:close/>
                  <a:moveTo>
                    <a:pt x="19376" y="39520"/>
                  </a:moveTo>
                  <a:cubicBezTo>
                    <a:pt x="27370" y="7787"/>
                    <a:pt x="48482" y="4656"/>
                    <a:pt x="53811" y="4656"/>
                  </a:cubicBezTo>
                  <a:cubicBezTo>
                    <a:pt x="63445" y="4656"/>
                    <a:pt x="68979" y="10710"/>
                    <a:pt x="68979" y="17808"/>
                  </a:cubicBezTo>
                  <a:cubicBezTo>
                    <a:pt x="68979" y="39520"/>
                    <a:pt x="36183" y="39520"/>
                    <a:pt x="27780" y="39520"/>
                  </a:cubicBezTo>
                  <a:lnTo>
                    <a:pt x="19376" y="39520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F3F7F45-A730-BC55-C3CE-2FC1F03AD619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679688" y="1249511"/>
              <a:ext cx="52226" cy="97034"/>
            </a:xfrm>
            <a:custGeom>
              <a:avLst/>
              <a:gdLst>
                <a:gd name="csX0" fmla="*/ 32540 w 52226"/>
                <a:gd name="csY0" fmla="*/ 4156 h 97034"/>
                <a:gd name="csX1" fmla="*/ 28235 w 52226"/>
                <a:gd name="csY1" fmla="*/ 64 h 97034"/>
                <a:gd name="csX2" fmla="*/ 113 w 52226"/>
                <a:gd name="csY2" fmla="*/ 9417 h 97034"/>
                <a:gd name="csX3" fmla="*/ 113 w 52226"/>
                <a:gd name="csY3" fmla="*/ 14678 h 97034"/>
                <a:gd name="csX4" fmla="*/ 20918 w 52226"/>
                <a:gd name="csY4" fmla="*/ 10586 h 97034"/>
                <a:gd name="csX5" fmla="*/ 20918 w 52226"/>
                <a:gd name="csY5" fmla="*/ 85116 h 97034"/>
                <a:gd name="csX6" fmla="*/ 6570 w 52226"/>
                <a:gd name="csY6" fmla="*/ 91838 h 97034"/>
                <a:gd name="csX7" fmla="*/ 1118 w 52226"/>
                <a:gd name="csY7" fmla="*/ 91838 h 97034"/>
                <a:gd name="csX8" fmla="*/ 1118 w 52226"/>
                <a:gd name="csY8" fmla="*/ 97099 h 97034"/>
                <a:gd name="csX9" fmla="*/ 26657 w 52226"/>
                <a:gd name="csY9" fmla="*/ 96515 h 97034"/>
                <a:gd name="csX10" fmla="*/ 52340 w 52226"/>
                <a:gd name="csY10" fmla="*/ 97099 h 97034"/>
                <a:gd name="csX11" fmla="*/ 52340 w 52226"/>
                <a:gd name="csY11" fmla="*/ 91838 h 97034"/>
                <a:gd name="csX12" fmla="*/ 46888 w 52226"/>
                <a:gd name="csY12" fmla="*/ 91838 h 97034"/>
                <a:gd name="csX13" fmla="*/ 32540 w 52226"/>
                <a:gd name="csY13" fmla="*/ 85116 h 97034"/>
                <a:gd name="csX14" fmla="*/ 32540 w 52226"/>
                <a:gd name="csY14" fmla="*/ 4156 h 97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2226" h="97034">
                  <a:moveTo>
                    <a:pt x="32540" y="4156"/>
                  </a:moveTo>
                  <a:cubicBezTo>
                    <a:pt x="32540" y="210"/>
                    <a:pt x="32253" y="64"/>
                    <a:pt x="28235" y="64"/>
                  </a:cubicBezTo>
                  <a:cubicBezTo>
                    <a:pt x="19052" y="9271"/>
                    <a:pt x="5996" y="9417"/>
                    <a:pt x="113" y="9417"/>
                  </a:cubicBezTo>
                  <a:lnTo>
                    <a:pt x="113" y="14678"/>
                  </a:lnTo>
                  <a:cubicBezTo>
                    <a:pt x="3557" y="14678"/>
                    <a:pt x="13026" y="14678"/>
                    <a:pt x="20918" y="10586"/>
                  </a:cubicBezTo>
                  <a:lnTo>
                    <a:pt x="20918" y="85116"/>
                  </a:lnTo>
                  <a:cubicBezTo>
                    <a:pt x="20918" y="89938"/>
                    <a:pt x="20918" y="91838"/>
                    <a:pt x="6570" y="91838"/>
                  </a:cubicBezTo>
                  <a:lnTo>
                    <a:pt x="1118" y="91838"/>
                  </a:lnTo>
                  <a:lnTo>
                    <a:pt x="1118" y="97099"/>
                  </a:lnTo>
                  <a:cubicBezTo>
                    <a:pt x="3700" y="96953"/>
                    <a:pt x="21348" y="96515"/>
                    <a:pt x="26657" y="96515"/>
                  </a:cubicBezTo>
                  <a:cubicBezTo>
                    <a:pt x="31105" y="96515"/>
                    <a:pt x="49183" y="96953"/>
                    <a:pt x="52340" y="97099"/>
                  </a:cubicBezTo>
                  <a:lnTo>
                    <a:pt x="52340" y="91838"/>
                  </a:lnTo>
                  <a:lnTo>
                    <a:pt x="46888" y="91838"/>
                  </a:lnTo>
                  <a:cubicBezTo>
                    <a:pt x="32540" y="91838"/>
                    <a:pt x="32540" y="89938"/>
                    <a:pt x="32540" y="85116"/>
                  </a:cubicBezTo>
                  <a:lnTo>
                    <a:pt x="32540" y="4156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172825B-452B-40C5-8618-2D42E7B269AD}"/>
              </a:ext>
            </a:extLst>
          </p:cNvPr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8332210" y="2746819"/>
            <a:ext cx="806705" cy="170353"/>
            <a:chOff x="9978540" y="3916938"/>
            <a:chExt cx="806705" cy="170353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88D41E2-DA51-04EB-34E2-1BFD7BCB7E09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978540" y="3963702"/>
              <a:ext cx="75429" cy="94571"/>
            </a:xfrm>
            <a:custGeom>
              <a:avLst/>
              <a:gdLst>
                <a:gd name="csX0" fmla="*/ 69562 w 75429"/>
                <a:gd name="csY0" fmla="*/ 14259 h 94571"/>
                <a:gd name="csX1" fmla="*/ 59723 w 75429"/>
                <a:gd name="csY1" fmla="*/ 23653 h 94571"/>
                <a:gd name="csX2" fmla="*/ 66077 w 75429"/>
                <a:gd name="csY2" fmla="*/ 29708 h 94571"/>
                <a:gd name="csX3" fmla="*/ 75506 w 75429"/>
                <a:gd name="csY3" fmla="*/ 18017 h 94571"/>
                <a:gd name="csX4" fmla="*/ 51115 w 75429"/>
                <a:gd name="csY4" fmla="*/ 63 h 94571"/>
                <a:gd name="csX5" fmla="*/ 16474 w 75429"/>
                <a:gd name="csY5" fmla="*/ 30543 h 94571"/>
                <a:gd name="csX6" fmla="*/ 37586 w 75429"/>
                <a:gd name="csY6" fmla="*/ 51211 h 94571"/>
                <a:gd name="csX7" fmla="*/ 58904 w 75429"/>
                <a:gd name="csY7" fmla="*/ 67077 h 94571"/>
                <a:gd name="csX8" fmla="*/ 29593 w 75429"/>
                <a:gd name="csY8" fmla="*/ 90041 h 94571"/>
                <a:gd name="csX9" fmla="*/ 6226 w 75429"/>
                <a:gd name="csY9" fmla="*/ 78977 h 94571"/>
                <a:gd name="csX10" fmla="*/ 19139 w 75429"/>
                <a:gd name="csY10" fmla="*/ 67912 h 94571"/>
                <a:gd name="csX11" fmla="*/ 11555 w 75429"/>
                <a:gd name="csY11" fmla="*/ 60605 h 94571"/>
                <a:gd name="csX12" fmla="*/ 77 w 75429"/>
                <a:gd name="csY12" fmla="*/ 74384 h 94571"/>
                <a:gd name="csX13" fmla="*/ 29388 w 75429"/>
                <a:gd name="csY13" fmla="*/ 94634 h 94571"/>
                <a:gd name="csX14" fmla="*/ 70587 w 75429"/>
                <a:gd name="csY14" fmla="*/ 59979 h 94571"/>
                <a:gd name="csX15" fmla="*/ 64233 w 75429"/>
                <a:gd name="csY15" fmla="*/ 44739 h 94571"/>
                <a:gd name="csX16" fmla="*/ 43736 w 75429"/>
                <a:gd name="csY16" fmla="*/ 35971 h 94571"/>
                <a:gd name="csX17" fmla="*/ 28158 w 75429"/>
                <a:gd name="csY17" fmla="*/ 23445 h 94571"/>
                <a:gd name="csX18" fmla="*/ 51115 w 75429"/>
                <a:gd name="csY18" fmla="*/ 4656 h 94571"/>
                <a:gd name="csX19" fmla="*/ 69562 w 75429"/>
                <a:gd name="csY19" fmla="*/ 14259 h 945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75429" h="94571">
                  <a:moveTo>
                    <a:pt x="69562" y="14259"/>
                  </a:moveTo>
                  <a:cubicBezTo>
                    <a:pt x="63823" y="14468"/>
                    <a:pt x="59723" y="19061"/>
                    <a:pt x="59723" y="23653"/>
                  </a:cubicBezTo>
                  <a:cubicBezTo>
                    <a:pt x="59723" y="26576"/>
                    <a:pt x="61568" y="29708"/>
                    <a:pt x="66077" y="29708"/>
                  </a:cubicBezTo>
                  <a:cubicBezTo>
                    <a:pt x="70587" y="29708"/>
                    <a:pt x="75506" y="26159"/>
                    <a:pt x="75506" y="18017"/>
                  </a:cubicBezTo>
                  <a:cubicBezTo>
                    <a:pt x="75506" y="8622"/>
                    <a:pt x="66692" y="63"/>
                    <a:pt x="51115" y="63"/>
                  </a:cubicBezTo>
                  <a:cubicBezTo>
                    <a:pt x="24058" y="63"/>
                    <a:pt x="16474" y="21357"/>
                    <a:pt x="16474" y="30543"/>
                  </a:cubicBezTo>
                  <a:cubicBezTo>
                    <a:pt x="16474" y="46827"/>
                    <a:pt x="31642" y="49958"/>
                    <a:pt x="37586" y="51211"/>
                  </a:cubicBezTo>
                  <a:cubicBezTo>
                    <a:pt x="48245" y="53298"/>
                    <a:pt x="58904" y="55595"/>
                    <a:pt x="58904" y="67077"/>
                  </a:cubicBezTo>
                  <a:cubicBezTo>
                    <a:pt x="58904" y="72505"/>
                    <a:pt x="54189" y="90041"/>
                    <a:pt x="29593" y="90041"/>
                  </a:cubicBezTo>
                  <a:cubicBezTo>
                    <a:pt x="26723" y="90041"/>
                    <a:pt x="10940" y="90041"/>
                    <a:pt x="6226" y="78977"/>
                  </a:cubicBezTo>
                  <a:cubicBezTo>
                    <a:pt x="14015" y="80021"/>
                    <a:pt x="19139" y="73758"/>
                    <a:pt x="19139" y="67912"/>
                  </a:cubicBezTo>
                  <a:cubicBezTo>
                    <a:pt x="19139" y="63110"/>
                    <a:pt x="15860" y="60605"/>
                    <a:pt x="11555" y="60605"/>
                  </a:cubicBezTo>
                  <a:cubicBezTo>
                    <a:pt x="6226" y="60605"/>
                    <a:pt x="77" y="64989"/>
                    <a:pt x="77" y="74384"/>
                  </a:cubicBezTo>
                  <a:cubicBezTo>
                    <a:pt x="77" y="86284"/>
                    <a:pt x="11760" y="94634"/>
                    <a:pt x="29388" y="94634"/>
                  </a:cubicBezTo>
                  <a:cubicBezTo>
                    <a:pt x="62593" y="94634"/>
                    <a:pt x="70587" y="69373"/>
                    <a:pt x="70587" y="59979"/>
                  </a:cubicBezTo>
                  <a:cubicBezTo>
                    <a:pt x="70587" y="52463"/>
                    <a:pt x="66692" y="47244"/>
                    <a:pt x="64233" y="44739"/>
                  </a:cubicBezTo>
                  <a:cubicBezTo>
                    <a:pt x="58699" y="38893"/>
                    <a:pt x="52754" y="37850"/>
                    <a:pt x="43736" y="35971"/>
                  </a:cubicBezTo>
                  <a:cubicBezTo>
                    <a:pt x="36357" y="34301"/>
                    <a:pt x="28158" y="32839"/>
                    <a:pt x="28158" y="23445"/>
                  </a:cubicBezTo>
                  <a:cubicBezTo>
                    <a:pt x="28158" y="17390"/>
                    <a:pt x="33077" y="4656"/>
                    <a:pt x="51115" y="4656"/>
                  </a:cubicBezTo>
                  <a:cubicBezTo>
                    <a:pt x="56239" y="4656"/>
                    <a:pt x="66487" y="6117"/>
                    <a:pt x="69562" y="14259"/>
                  </a:cubicBez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D97E8A7-AEE8-CB0F-1503-CB9DB5CC6EE8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0120989" y="3934266"/>
              <a:ext cx="136305" cy="139038"/>
            </a:xfrm>
            <a:custGeom>
              <a:avLst/>
              <a:gdLst>
                <a:gd name="csX0" fmla="*/ 72438 w 136305"/>
                <a:gd name="csY0" fmla="*/ 73758 h 139038"/>
                <a:gd name="csX1" fmla="*/ 129625 w 136305"/>
                <a:gd name="csY1" fmla="*/ 73758 h 139038"/>
                <a:gd name="csX2" fmla="*/ 136390 w 136305"/>
                <a:gd name="csY2" fmla="*/ 69582 h 139038"/>
                <a:gd name="csX3" fmla="*/ 129625 w 136305"/>
                <a:gd name="csY3" fmla="*/ 65407 h 139038"/>
                <a:gd name="csX4" fmla="*/ 72438 w 136305"/>
                <a:gd name="csY4" fmla="*/ 65407 h 139038"/>
                <a:gd name="csX5" fmla="*/ 72438 w 136305"/>
                <a:gd name="csY5" fmla="*/ 6952 h 139038"/>
                <a:gd name="csX6" fmla="*/ 68339 w 136305"/>
                <a:gd name="csY6" fmla="*/ 63 h 139038"/>
                <a:gd name="csX7" fmla="*/ 64240 w 136305"/>
                <a:gd name="csY7" fmla="*/ 6952 h 139038"/>
                <a:gd name="csX8" fmla="*/ 64240 w 136305"/>
                <a:gd name="csY8" fmla="*/ 65407 h 139038"/>
                <a:gd name="csX9" fmla="*/ 6848 w 136305"/>
                <a:gd name="csY9" fmla="*/ 65407 h 139038"/>
                <a:gd name="csX10" fmla="*/ 84 w 136305"/>
                <a:gd name="csY10" fmla="*/ 69582 h 139038"/>
                <a:gd name="csX11" fmla="*/ 6848 w 136305"/>
                <a:gd name="csY11" fmla="*/ 73758 h 139038"/>
                <a:gd name="csX12" fmla="*/ 64240 w 136305"/>
                <a:gd name="csY12" fmla="*/ 73758 h 139038"/>
                <a:gd name="csX13" fmla="*/ 64240 w 136305"/>
                <a:gd name="csY13" fmla="*/ 132212 h 139038"/>
                <a:gd name="csX14" fmla="*/ 68339 w 136305"/>
                <a:gd name="csY14" fmla="*/ 139102 h 139038"/>
                <a:gd name="csX15" fmla="*/ 72438 w 136305"/>
                <a:gd name="csY15" fmla="*/ 132212 h 139038"/>
                <a:gd name="csX16" fmla="*/ 72438 w 136305"/>
                <a:gd name="csY16" fmla="*/ 73758 h 1390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36305" h="139038">
                  <a:moveTo>
                    <a:pt x="72438" y="73758"/>
                  </a:moveTo>
                  <a:lnTo>
                    <a:pt x="129625" y="73758"/>
                  </a:lnTo>
                  <a:cubicBezTo>
                    <a:pt x="132495" y="73758"/>
                    <a:pt x="136390" y="73758"/>
                    <a:pt x="136390" y="69582"/>
                  </a:cubicBezTo>
                  <a:cubicBezTo>
                    <a:pt x="136390" y="65407"/>
                    <a:pt x="132495" y="65407"/>
                    <a:pt x="129625" y="65407"/>
                  </a:cubicBezTo>
                  <a:lnTo>
                    <a:pt x="72438" y="65407"/>
                  </a:lnTo>
                  <a:lnTo>
                    <a:pt x="72438" y="6952"/>
                  </a:lnTo>
                  <a:cubicBezTo>
                    <a:pt x="72438" y="4029"/>
                    <a:pt x="72438" y="63"/>
                    <a:pt x="68339" y="63"/>
                  </a:cubicBezTo>
                  <a:cubicBezTo>
                    <a:pt x="64240" y="63"/>
                    <a:pt x="64240" y="4029"/>
                    <a:pt x="64240" y="6952"/>
                  </a:cubicBezTo>
                  <a:lnTo>
                    <a:pt x="64240" y="65407"/>
                  </a:lnTo>
                  <a:lnTo>
                    <a:pt x="6848" y="65407"/>
                  </a:lnTo>
                  <a:cubicBezTo>
                    <a:pt x="3978" y="65407"/>
                    <a:pt x="84" y="65407"/>
                    <a:pt x="84" y="69582"/>
                  </a:cubicBezTo>
                  <a:cubicBezTo>
                    <a:pt x="84" y="73758"/>
                    <a:pt x="3978" y="73758"/>
                    <a:pt x="6848" y="73758"/>
                  </a:cubicBezTo>
                  <a:lnTo>
                    <a:pt x="64240" y="73758"/>
                  </a:lnTo>
                  <a:lnTo>
                    <a:pt x="64240" y="132212"/>
                  </a:lnTo>
                  <a:cubicBezTo>
                    <a:pt x="64240" y="135135"/>
                    <a:pt x="64240" y="139102"/>
                    <a:pt x="68339" y="139102"/>
                  </a:cubicBezTo>
                  <a:cubicBezTo>
                    <a:pt x="72438" y="139102"/>
                    <a:pt x="72438" y="135135"/>
                    <a:pt x="72438" y="132212"/>
                  </a:cubicBezTo>
                  <a:lnTo>
                    <a:pt x="72438" y="73758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C5D5BD4-2384-96CF-BC6A-62B54B81DFE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332724" y="3916938"/>
              <a:ext cx="67640" cy="139038"/>
            </a:xfrm>
            <a:custGeom>
              <a:avLst/>
              <a:gdLst>
                <a:gd name="csX0" fmla="*/ 42113 w 67640"/>
                <a:gd name="csY0" fmla="*/ 5491 h 139038"/>
                <a:gd name="csX1" fmla="*/ 37398 w 67640"/>
                <a:gd name="csY1" fmla="*/ 63 h 139038"/>
                <a:gd name="csX2" fmla="*/ 94 w 67640"/>
                <a:gd name="csY2" fmla="*/ 13424 h 139038"/>
                <a:gd name="csX3" fmla="*/ 94 w 67640"/>
                <a:gd name="csY3" fmla="*/ 19896 h 139038"/>
                <a:gd name="csX4" fmla="*/ 26945 w 67640"/>
                <a:gd name="csY4" fmla="*/ 14468 h 139038"/>
                <a:gd name="csX5" fmla="*/ 26945 w 67640"/>
                <a:gd name="csY5" fmla="*/ 122609 h 139038"/>
                <a:gd name="csX6" fmla="*/ 7882 w 67640"/>
                <a:gd name="csY6" fmla="*/ 132630 h 139038"/>
                <a:gd name="csX7" fmla="*/ 1323 w 67640"/>
                <a:gd name="csY7" fmla="*/ 132630 h 139038"/>
                <a:gd name="csX8" fmla="*/ 1323 w 67640"/>
                <a:gd name="csY8" fmla="*/ 139102 h 139038"/>
                <a:gd name="csX9" fmla="*/ 34529 w 67640"/>
                <a:gd name="csY9" fmla="*/ 138475 h 139038"/>
                <a:gd name="csX10" fmla="*/ 67734 w 67640"/>
                <a:gd name="csY10" fmla="*/ 139102 h 139038"/>
                <a:gd name="csX11" fmla="*/ 67734 w 67640"/>
                <a:gd name="csY11" fmla="*/ 132630 h 139038"/>
                <a:gd name="csX12" fmla="*/ 61175 w 67640"/>
                <a:gd name="csY12" fmla="*/ 132630 h 139038"/>
                <a:gd name="csX13" fmla="*/ 42113 w 67640"/>
                <a:gd name="csY13" fmla="*/ 122609 h 139038"/>
                <a:gd name="csX14" fmla="*/ 42113 w 67640"/>
                <a:gd name="csY14" fmla="*/ 5491 h 1390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67640" h="139038">
                  <a:moveTo>
                    <a:pt x="42113" y="5491"/>
                  </a:moveTo>
                  <a:cubicBezTo>
                    <a:pt x="42113" y="480"/>
                    <a:pt x="42113" y="63"/>
                    <a:pt x="37398" y="63"/>
                  </a:cubicBezTo>
                  <a:cubicBezTo>
                    <a:pt x="24690" y="13424"/>
                    <a:pt x="6653" y="13424"/>
                    <a:pt x="94" y="13424"/>
                  </a:cubicBezTo>
                  <a:lnTo>
                    <a:pt x="94" y="19896"/>
                  </a:lnTo>
                  <a:cubicBezTo>
                    <a:pt x="4193" y="19896"/>
                    <a:pt x="16286" y="19896"/>
                    <a:pt x="26945" y="14468"/>
                  </a:cubicBezTo>
                  <a:lnTo>
                    <a:pt x="26945" y="122609"/>
                  </a:lnTo>
                  <a:cubicBezTo>
                    <a:pt x="26945" y="130125"/>
                    <a:pt x="26330" y="132630"/>
                    <a:pt x="7882" y="132630"/>
                  </a:cubicBezTo>
                  <a:lnTo>
                    <a:pt x="1323" y="132630"/>
                  </a:lnTo>
                  <a:lnTo>
                    <a:pt x="1323" y="139102"/>
                  </a:lnTo>
                  <a:cubicBezTo>
                    <a:pt x="8497" y="138475"/>
                    <a:pt x="26330" y="138475"/>
                    <a:pt x="34529" y="138475"/>
                  </a:cubicBezTo>
                  <a:cubicBezTo>
                    <a:pt x="42728" y="138475"/>
                    <a:pt x="60560" y="138475"/>
                    <a:pt x="67734" y="139102"/>
                  </a:cubicBezTo>
                  <a:lnTo>
                    <a:pt x="67734" y="132630"/>
                  </a:lnTo>
                  <a:lnTo>
                    <a:pt x="61175" y="132630"/>
                  </a:lnTo>
                  <a:cubicBezTo>
                    <a:pt x="42728" y="132630"/>
                    <a:pt x="42113" y="130333"/>
                    <a:pt x="42113" y="122609"/>
                  </a:cubicBezTo>
                  <a:lnTo>
                    <a:pt x="42113" y="5491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5DDDF46-02D4-B146-F5D8-7927E2EBA29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424961" y="3916938"/>
              <a:ext cx="86292" cy="143631"/>
            </a:xfrm>
            <a:custGeom>
              <a:avLst/>
              <a:gdLst>
                <a:gd name="csX0" fmla="*/ 86391 w 86292"/>
                <a:gd name="csY0" fmla="*/ 72296 h 143631"/>
                <a:gd name="csX1" fmla="*/ 78193 w 86292"/>
                <a:gd name="csY1" fmla="*/ 23445 h 143631"/>
                <a:gd name="csX2" fmla="*/ 43347 w 86292"/>
                <a:gd name="csY2" fmla="*/ 63 h 143631"/>
                <a:gd name="csX3" fmla="*/ 7682 w 86292"/>
                <a:gd name="csY3" fmla="*/ 24906 h 143631"/>
                <a:gd name="csX4" fmla="*/ 99 w 86292"/>
                <a:gd name="csY4" fmla="*/ 72296 h 143631"/>
                <a:gd name="csX5" fmla="*/ 9322 w 86292"/>
                <a:gd name="csY5" fmla="*/ 122609 h 143631"/>
                <a:gd name="csX6" fmla="*/ 43143 w 86292"/>
                <a:gd name="csY6" fmla="*/ 143695 h 143631"/>
                <a:gd name="csX7" fmla="*/ 78808 w 86292"/>
                <a:gd name="csY7" fmla="*/ 119478 h 143631"/>
                <a:gd name="csX8" fmla="*/ 86391 w 86292"/>
                <a:gd name="csY8" fmla="*/ 72296 h 143631"/>
                <a:gd name="csX9" fmla="*/ 43143 w 86292"/>
                <a:gd name="csY9" fmla="*/ 139102 h 143631"/>
                <a:gd name="csX10" fmla="*/ 19366 w 86292"/>
                <a:gd name="csY10" fmla="*/ 113841 h 143631"/>
                <a:gd name="csX11" fmla="*/ 17111 w 86292"/>
                <a:gd name="csY11" fmla="*/ 69791 h 143631"/>
                <a:gd name="csX12" fmla="*/ 18751 w 86292"/>
                <a:gd name="csY12" fmla="*/ 31378 h 143631"/>
                <a:gd name="csX13" fmla="*/ 43143 w 86292"/>
                <a:gd name="csY13" fmla="*/ 4656 h 143631"/>
                <a:gd name="csX14" fmla="*/ 67329 w 86292"/>
                <a:gd name="csY14" fmla="*/ 29081 h 143631"/>
                <a:gd name="csX15" fmla="*/ 69379 w 86292"/>
                <a:gd name="csY15" fmla="*/ 69791 h 143631"/>
                <a:gd name="csX16" fmla="*/ 67124 w 86292"/>
                <a:gd name="csY16" fmla="*/ 113006 h 143631"/>
                <a:gd name="csX17" fmla="*/ 43143 w 86292"/>
                <a:gd name="csY17" fmla="*/ 139102 h 1436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86292" h="143631">
                  <a:moveTo>
                    <a:pt x="86391" y="72296"/>
                  </a:moveTo>
                  <a:cubicBezTo>
                    <a:pt x="86391" y="55595"/>
                    <a:pt x="85367" y="38893"/>
                    <a:pt x="78193" y="23445"/>
                  </a:cubicBezTo>
                  <a:cubicBezTo>
                    <a:pt x="68764" y="3403"/>
                    <a:pt x="51956" y="63"/>
                    <a:pt x="43347" y="63"/>
                  </a:cubicBezTo>
                  <a:cubicBezTo>
                    <a:pt x="31049" y="63"/>
                    <a:pt x="16086" y="5491"/>
                    <a:pt x="7682" y="24906"/>
                  </a:cubicBezTo>
                  <a:cubicBezTo>
                    <a:pt x="1123" y="39311"/>
                    <a:pt x="99" y="55595"/>
                    <a:pt x="99" y="72296"/>
                  </a:cubicBezTo>
                  <a:cubicBezTo>
                    <a:pt x="99" y="87954"/>
                    <a:pt x="918" y="106743"/>
                    <a:pt x="9322" y="122609"/>
                  </a:cubicBezTo>
                  <a:cubicBezTo>
                    <a:pt x="18136" y="139519"/>
                    <a:pt x="33099" y="143695"/>
                    <a:pt x="43143" y="143695"/>
                  </a:cubicBezTo>
                  <a:cubicBezTo>
                    <a:pt x="54211" y="143695"/>
                    <a:pt x="69789" y="139310"/>
                    <a:pt x="78808" y="119478"/>
                  </a:cubicBezTo>
                  <a:cubicBezTo>
                    <a:pt x="85367" y="105073"/>
                    <a:pt x="86391" y="88789"/>
                    <a:pt x="86391" y="72296"/>
                  </a:cubicBezTo>
                  <a:close/>
                  <a:moveTo>
                    <a:pt x="43143" y="139102"/>
                  </a:moveTo>
                  <a:cubicBezTo>
                    <a:pt x="35149" y="139102"/>
                    <a:pt x="23055" y="133882"/>
                    <a:pt x="19366" y="113841"/>
                  </a:cubicBezTo>
                  <a:cubicBezTo>
                    <a:pt x="17111" y="101315"/>
                    <a:pt x="17111" y="82108"/>
                    <a:pt x="17111" y="69791"/>
                  </a:cubicBezTo>
                  <a:cubicBezTo>
                    <a:pt x="17111" y="56430"/>
                    <a:pt x="17111" y="42651"/>
                    <a:pt x="18751" y="31378"/>
                  </a:cubicBezTo>
                  <a:cubicBezTo>
                    <a:pt x="22645" y="6535"/>
                    <a:pt x="38018" y="4656"/>
                    <a:pt x="43143" y="4656"/>
                  </a:cubicBezTo>
                  <a:cubicBezTo>
                    <a:pt x="49907" y="4656"/>
                    <a:pt x="63435" y="8413"/>
                    <a:pt x="67329" y="29081"/>
                  </a:cubicBezTo>
                  <a:cubicBezTo>
                    <a:pt x="69379" y="40772"/>
                    <a:pt x="69379" y="56639"/>
                    <a:pt x="69379" y="69791"/>
                  </a:cubicBezTo>
                  <a:cubicBezTo>
                    <a:pt x="69379" y="85449"/>
                    <a:pt x="69379" y="99645"/>
                    <a:pt x="67124" y="113006"/>
                  </a:cubicBezTo>
                  <a:cubicBezTo>
                    <a:pt x="64050" y="132839"/>
                    <a:pt x="52366" y="139102"/>
                    <a:pt x="43143" y="139102"/>
                  </a:cubicBez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3031548-F379-D76B-9552-BB0578889C5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527447" y="3916938"/>
              <a:ext cx="86292" cy="143631"/>
            </a:xfrm>
            <a:custGeom>
              <a:avLst/>
              <a:gdLst>
                <a:gd name="csX0" fmla="*/ 86396 w 86292"/>
                <a:gd name="csY0" fmla="*/ 72296 h 143631"/>
                <a:gd name="csX1" fmla="*/ 78198 w 86292"/>
                <a:gd name="csY1" fmla="*/ 23445 h 143631"/>
                <a:gd name="csX2" fmla="*/ 43352 w 86292"/>
                <a:gd name="csY2" fmla="*/ 63 h 143631"/>
                <a:gd name="csX3" fmla="*/ 7687 w 86292"/>
                <a:gd name="csY3" fmla="*/ 24906 h 143631"/>
                <a:gd name="csX4" fmla="*/ 104 w 86292"/>
                <a:gd name="csY4" fmla="*/ 72296 h 143631"/>
                <a:gd name="csX5" fmla="*/ 9327 w 86292"/>
                <a:gd name="csY5" fmla="*/ 122609 h 143631"/>
                <a:gd name="csX6" fmla="*/ 43147 w 86292"/>
                <a:gd name="csY6" fmla="*/ 143695 h 143631"/>
                <a:gd name="csX7" fmla="*/ 78813 w 86292"/>
                <a:gd name="csY7" fmla="*/ 119478 h 143631"/>
                <a:gd name="csX8" fmla="*/ 86396 w 86292"/>
                <a:gd name="csY8" fmla="*/ 72296 h 143631"/>
                <a:gd name="csX9" fmla="*/ 43147 w 86292"/>
                <a:gd name="csY9" fmla="*/ 139102 h 143631"/>
                <a:gd name="csX10" fmla="*/ 19371 w 86292"/>
                <a:gd name="csY10" fmla="*/ 113841 h 143631"/>
                <a:gd name="csX11" fmla="*/ 17116 w 86292"/>
                <a:gd name="csY11" fmla="*/ 69791 h 143631"/>
                <a:gd name="csX12" fmla="*/ 18756 w 86292"/>
                <a:gd name="csY12" fmla="*/ 31378 h 143631"/>
                <a:gd name="csX13" fmla="*/ 43147 w 86292"/>
                <a:gd name="csY13" fmla="*/ 4656 h 143631"/>
                <a:gd name="csX14" fmla="*/ 67334 w 86292"/>
                <a:gd name="csY14" fmla="*/ 29081 h 143631"/>
                <a:gd name="csX15" fmla="*/ 69384 w 86292"/>
                <a:gd name="csY15" fmla="*/ 69791 h 143631"/>
                <a:gd name="csX16" fmla="*/ 67129 w 86292"/>
                <a:gd name="csY16" fmla="*/ 113006 h 143631"/>
                <a:gd name="csX17" fmla="*/ 43147 w 86292"/>
                <a:gd name="csY17" fmla="*/ 139102 h 1436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86292" h="143631">
                  <a:moveTo>
                    <a:pt x="86396" y="72296"/>
                  </a:moveTo>
                  <a:cubicBezTo>
                    <a:pt x="86396" y="55595"/>
                    <a:pt x="85372" y="38893"/>
                    <a:pt x="78198" y="23445"/>
                  </a:cubicBezTo>
                  <a:cubicBezTo>
                    <a:pt x="68769" y="3403"/>
                    <a:pt x="51961" y="63"/>
                    <a:pt x="43352" y="63"/>
                  </a:cubicBezTo>
                  <a:cubicBezTo>
                    <a:pt x="31054" y="63"/>
                    <a:pt x="16091" y="5491"/>
                    <a:pt x="7687" y="24906"/>
                  </a:cubicBezTo>
                  <a:cubicBezTo>
                    <a:pt x="1128" y="39311"/>
                    <a:pt x="104" y="55595"/>
                    <a:pt x="104" y="72296"/>
                  </a:cubicBezTo>
                  <a:cubicBezTo>
                    <a:pt x="104" y="87954"/>
                    <a:pt x="923" y="106743"/>
                    <a:pt x="9327" y="122609"/>
                  </a:cubicBezTo>
                  <a:cubicBezTo>
                    <a:pt x="18141" y="139519"/>
                    <a:pt x="33104" y="143695"/>
                    <a:pt x="43147" y="143695"/>
                  </a:cubicBezTo>
                  <a:cubicBezTo>
                    <a:pt x="54216" y="143695"/>
                    <a:pt x="69794" y="139310"/>
                    <a:pt x="78813" y="119478"/>
                  </a:cubicBezTo>
                  <a:cubicBezTo>
                    <a:pt x="85372" y="105073"/>
                    <a:pt x="86396" y="88789"/>
                    <a:pt x="86396" y="72296"/>
                  </a:cubicBezTo>
                  <a:close/>
                  <a:moveTo>
                    <a:pt x="43147" y="139102"/>
                  </a:moveTo>
                  <a:cubicBezTo>
                    <a:pt x="35154" y="139102"/>
                    <a:pt x="23060" y="133882"/>
                    <a:pt x="19371" y="113841"/>
                  </a:cubicBezTo>
                  <a:cubicBezTo>
                    <a:pt x="17116" y="101315"/>
                    <a:pt x="17116" y="82108"/>
                    <a:pt x="17116" y="69791"/>
                  </a:cubicBezTo>
                  <a:cubicBezTo>
                    <a:pt x="17116" y="56430"/>
                    <a:pt x="17116" y="42651"/>
                    <a:pt x="18756" y="31378"/>
                  </a:cubicBezTo>
                  <a:cubicBezTo>
                    <a:pt x="22650" y="6535"/>
                    <a:pt x="38023" y="4656"/>
                    <a:pt x="43147" y="4656"/>
                  </a:cubicBezTo>
                  <a:cubicBezTo>
                    <a:pt x="49912" y="4656"/>
                    <a:pt x="63440" y="8413"/>
                    <a:pt x="67334" y="29081"/>
                  </a:cubicBezTo>
                  <a:cubicBezTo>
                    <a:pt x="69384" y="40772"/>
                    <a:pt x="69384" y="56639"/>
                    <a:pt x="69384" y="69791"/>
                  </a:cubicBezTo>
                  <a:cubicBezTo>
                    <a:pt x="69384" y="85449"/>
                    <a:pt x="69384" y="99645"/>
                    <a:pt x="67129" y="113006"/>
                  </a:cubicBezTo>
                  <a:cubicBezTo>
                    <a:pt x="64055" y="132839"/>
                    <a:pt x="52371" y="139102"/>
                    <a:pt x="43147" y="139102"/>
                  </a:cubicBez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14A9487-3768-FF93-DB84-CA24B8DE1F7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631368" y="3963702"/>
              <a:ext cx="78709" cy="94571"/>
            </a:xfrm>
            <a:custGeom>
              <a:avLst/>
              <a:gdLst>
                <a:gd name="csX0" fmla="*/ 29009 w 78709"/>
                <a:gd name="csY0" fmla="*/ 44113 h 94571"/>
                <a:gd name="csX1" fmla="*/ 60370 w 78709"/>
                <a:gd name="csY1" fmla="*/ 39311 h 94571"/>
                <a:gd name="csX2" fmla="*/ 75743 w 78709"/>
                <a:gd name="csY2" fmla="*/ 17808 h 94571"/>
                <a:gd name="csX3" fmla="*/ 53811 w 78709"/>
                <a:gd name="csY3" fmla="*/ 63 h 94571"/>
                <a:gd name="csX4" fmla="*/ 109 w 78709"/>
                <a:gd name="csY4" fmla="*/ 56847 h 94571"/>
                <a:gd name="csX5" fmla="*/ 32289 w 78709"/>
                <a:gd name="csY5" fmla="*/ 94634 h 94571"/>
                <a:gd name="csX6" fmla="*/ 78818 w 78709"/>
                <a:gd name="csY6" fmla="*/ 70000 h 94571"/>
                <a:gd name="csX7" fmla="*/ 76358 w 78709"/>
                <a:gd name="csY7" fmla="*/ 67286 h 94571"/>
                <a:gd name="csX8" fmla="*/ 73693 w 78709"/>
                <a:gd name="csY8" fmla="*/ 69373 h 94571"/>
                <a:gd name="csX9" fmla="*/ 32699 w 78709"/>
                <a:gd name="csY9" fmla="*/ 90041 h 94571"/>
                <a:gd name="csX10" fmla="*/ 14866 w 78709"/>
                <a:gd name="csY10" fmla="*/ 65824 h 94571"/>
                <a:gd name="csX11" fmla="*/ 18146 w 78709"/>
                <a:gd name="csY11" fmla="*/ 44113 h 94571"/>
                <a:gd name="csX12" fmla="*/ 29009 w 78709"/>
                <a:gd name="csY12" fmla="*/ 44113 h 94571"/>
                <a:gd name="csX13" fmla="*/ 19376 w 78709"/>
                <a:gd name="csY13" fmla="*/ 39520 h 94571"/>
                <a:gd name="csX14" fmla="*/ 53811 w 78709"/>
                <a:gd name="csY14" fmla="*/ 4656 h 94571"/>
                <a:gd name="csX15" fmla="*/ 68979 w 78709"/>
                <a:gd name="csY15" fmla="*/ 17808 h 94571"/>
                <a:gd name="csX16" fmla="*/ 27780 w 78709"/>
                <a:gd name="csY16" fmla="*/ 39520 h 94571"/>
                <a:gd name="csX17" fmla="*/ 19376 w 78709"/>
                <a:gd name="csY17" fmla="*/ 39520 h 945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8709" h="94571">
                  <a:moveTo>
                    <a:pt x="29009" y="44113"/>
                  </a:moveTo>
                  <a:cubicBezTo>
                    <a:pt x="34954" y="44113"/>
                    <a:pt x="50122" y="43695"/>
                    <a:pt x="60370" y="39311"/>
                  </a:cubicBezTo>
                  <a:cubicBezTo>
                    <a:pt x="74718" y="33048"/>
                    <a:pt x="75743" y="20731"/>
                    <a:pt x="75743" y="17808"/>
                  </a:cubicBezTo>
                  <a:cubicBezTo>
                    <a:pt x="75743" y="8622"/>
                    <a:pt x="67954" y="63"/>
                    <a:pt x="53811" y="63"/>
                  </a:cubicBezTo>
                  <a:cubicBezTo>
                    <a:pt x="31059" y="63"/>
                    <a:pt x="109" y="20313"/>
                    <a:pt x="109" y="56847"/>
                  </a:cubicBezTo>
                  <a:cubicBezTo>
                    <a:pt x="109" y="78142"/>
                    <a:pt x="12202" y="94634"/>
                    <a:pt x="32289" y="94634"/>
                  </a:cubicBezTo>
                  <a:cubicBezTo>
                    <a:pt x="61600" y="94634"/>
                    <a:pt x="78818" y="72505"/>
                    <a:pt x="78818" y="70000"/>
                  </a:cubicBezTo>
                  <a:cubicBezTo>
                    <a:pt x="78818" y="68747"/>
                    <a:pt x="77588" y="67286"/>
                    <a:pt x="76358" y="67286"/>
                  </a:cubicBezTo>
                  <a:cubicBezTo>
                    <a:pt x="75333" y="67286"/>
                    <a:pt x="74923" y="67703"/>
                    <a:pt x="73693" y="69373"/>
                  </a:cubicBezTo>
                  <a:cubicBezTo>
                    <a:pt x="57501" y="90041"/>
                    <a:pt x="35159" y="90041"/>
                    <a:pt x="32699" y="90041"/>
                  </a:cubicBezTo>
                  <a:cubicBezTo>
                    <a:pt x="16711" y="90041"/>
                    <a:pt x="14866" y="72505"/>
                    <a:pt x="14866" y="65824"/>
                  </a:cubicBezTo>
                  <a:cubicBezTo>
                    <a:pt x="14866" y="63319"/>
                    <a:pt x="15071" y="56847"/>
                    <a:pt x="18146" y="44113"/>
                  </a:cubicBezTo>
                  <a:lnTo>
                    <a:pt x="29009" y="44113"/>
                  </a:lnTo>
                  <a:close/>
                  <a:moveTo>
                    <a:pt x="19376" y="39520"/>
                  </a:moveTo>
                  <a:cubicBezTo>
                    <a:pt x="27370" y="7787"/>
                    <a:pt x="48482" y="4656"/>
                    <a:pt x="53811" y="4656"/>
                  </a:cubicBezTo>
                  <a:cubicBezTo>
                    <a:pt x="63445" y="4656"/>
                    <a:pt x="68979" y="10710"/>
                    <a:pt x="68979" y="17808"/>
                  </a:cubicBezTo>
                  <a:cubicBezTo>
                    <a:pt x="68979" y="39520"/>
                    <a:pt x="36183" y="39520"/>
                    <a:pt x="27780" y="39520"/>
                  </a:cubicBezTo>
                  <a:lnTo>
                    <a:pt x="19376" y="39520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5D6A81F-46AC-4AED-BE9F-A43DBB86E2D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733019" y="3990257"/>
              <a:ext cx="52226" cy="97034"/>
            </a:xfrm>
            <a:custGeom>
              <a:avLst/>
              <a:gdLst>
                <a:gd name="csX0" fmla="*/ 32540 w 52226"/>
                <a:gd name="csY0" fmla="*/ 4156 h 97034"/>
                <a:gd name="csX1" fmla="*/ 28235 w 52226"/>
                <a:gd name="csY1" fmla="*/ 64 h 97034"/>
                <a:gd name="csX2" fmla="*/ 113 w 52226"/>
                <a:gd name="csY2" fmla="*/ 9417 h 97034"/>
                <a:gd name="csX3" fmla="*/ 113 w 52226"/>
                <a:gd name="csY3" fmla="*/ 14678 h 97034"/>
                <a:gd name="csX4" fmla="*/ 20918 w 52226"/>
                <a:gd name="csY4" fmla="*/ 10586 h 97034"/>
                <a:gd name="csX5" fmla="*/ 20918 w 52226"/>
                <a:gd name="csY5" fmla="*/ 85116 h 97034"/>
                <a:gd name="csX6" fmla="*/ 6570 w 52226"/>
                <a:gd name="csY6" fmla="*/ 91838 h 97034"/>
                <a:gd name="csX7" fmla="*/ 1118 w 52226"/>
                <a:gd name="csY7" fmla="*/ 91838 h 97034"/>
                <a:gd name="csX8" fmla="*/ 1118 w 52226"/>
                <a:gd name="csY8" fmla="*/ 97099 h 97034"/>
                <a:gd name="csX9" fmla="*/ 26657 w 52226"/>
                <a:gd name="csY9" fmla="*/ 96515 h 97034"/>
                <a:gd name="csX10" fmla="*/ 52340 w 52226"/>
                <a:gd name="csY10" fmla="*/ 97099 h 97034"/>
                <a:gd name="csX11" fmla="*/ 52340 w 52226"/>
                <a:gd name="csY11" fmla="*/ 91838 h 97034"/>
                <a:gd name="csX12" fmla="*/ 46888 w 52226"/>
                <a:gd name="csY12" fmla="*/ 91838 h 97034"/>
                <a:gd name="csX13" fmla="*/ 32540 w 52226"/>
                <a:gd name="csY13" fmla="*/ 85116 h 97034"/>
                <a:gd name="csX14" fmla="*/ 32540 w 52226"/>
                <a:gd name="csY14" fmla="*/ 4156 h 97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2226" h="97034">
                  <a:moveTo>
                    <a:pt x="32540" y="4156"/>
                  </a:moveTo>
                  <a:cubicBezTo>
                    <a:pt x="32540" y="210"/>
                    <a:pt x="32253" y="64"/>
                    <a:pt x="28235" y="64"/>
                  </a:cubicBezTo>
                  <a:cubicBezTo>
                    <a:pt x="19052" y="9271"/>
                    <a:pt x="5996" y="9417"/>
                    <a:pt x="113" y="9417"/>
                  </a:cubicBezTo>
                  <a:lnTo>
                    <a:pt x="113" y="14678"/>
                  </a:lnTo>
                  <a:cubicBezTo>
                    <a:pt x="3557" y="14678"/>
                    <a:pt x="13026" y="14678"/>
                    <a:pt x="20918" y="10586"/>
                  </a:cubicBezTo>
                  <a:lnTo>
                    <a:pt x="20918" y="85116"/>
                  </a:lnTo>
                  <a:cubicBezTo>
                    <a:pt x="20918" y="89938"/>
                    <a:pt x="20918" y="91838"/>
                    <a:pt x="6570" y="91838"/>
                  </a:cubicBezTo>
                  <a:lnTo>
                    <a:pt x="1118" y="91838"/>
                  </a:lnTo>
                  <a:lnTo>
                    <a:pt x="1118" y="97099"/>
                  </a:lnTo>
                  <a:cubicBezTo>
                    <a:pt x="3700" y="96953"/>
                    <a:pt x="21348" y="96515"/>
                    <a:pt x="26657" y="96515"/>
                  </a:cubicBezTo>
                  <a:cubicBezTo>
                    <a:pt x="31105" y="96515"/>
                    <a:pt x="49183" y="96953"/>
                    <a:pt x="52340" y="97099"/>
                  </a:cubicBezTo>
                  <a:lnTo>
                    <a:pt x="52340" y="91838"/>
                  </a:lnTo>
                  <a:lnTo>
                    <a:pt x="46888" y="91838"/>
                  </a:lnTo>
                  <a:cubicBezTo>
                    <a:pt x="32540" y="91838"/>
                    <a:pt x="32540" y="89938"/>
                    <a:pt x="32540" y="85116"/>
                  </a:cubicBezTo>
                  <a:lnTo>
                    <a:pt x="32540" y="4156"/>
                  </a:lnTo>
                  <a:close/>
                </a:path>
              </a:pathLst>
            </a:custGeom>
            <a:solidFill>
              <a:srgbClr val="000000"/>
            </a:solidFill>
            <a:ln w="2751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85779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897835"/>
  <p:tag name="ORIGINALWIDTH" val=" 6.855906"/>
  <p:tag name="OUTPUTTYPE" val="SVG"/>
  <p:tag name="IGUANATEXVERSION" val="162"/>
  <p:tag name="LATEXADDIN" val="\documentclass{article}&#10;\usepackage{amsmath}&#10;\pagestyle{empty}&#10;\begin{document}&#10;&#10;&#10;$e_1$&#10;&#10;\end{document}"/>
  <p:tag name="IGUANATEXSIZE" val="16"/>
  <p:tag name="IGUANATEXCURSOR" val="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77165"/>
  <p:tag name="ORIGINALWIDTH" val=" 3.299606"/>
  <p:tag name="OUTPUTTYPE" val="SVG"/>
  <p:tag name="IGUANATEXVERSION" val="162"/>
  <p:tag name="LATEXADDIN" val="\documentclass{article}&#10;\usepackage{amsmath}&#10;\pagestyle{empty}&#10;\begin{document}&#10;&#10;&#10;$s$&#10;&#10;\end{document}"/>
  <p:tag name="IGUANATEXSIZE" val="16"/>
  <p:tag name="IGUANATEXCURSOR" val="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77165"/>
  <p:tag name="ORIGINALWIDTH" val=" 3.299606"/>
  <p:tag name="OUTPUTTYPE" val="SVG"/>
  <p:tag name="IGUANATEXVERSION" val="162"/>
  <p:tag name="LATEXADDIN" val="\documentclass{article}&#10;\usepackage{amsmath}&#10;\pagestyle{empty}&#10;\begin{document}&#10;&#10;&#10;$s$&#10;&#10;\end{document}"/>
  <p:tag name="IGUANATEXSIZE" val="16"/>
  <p:tag name="IGUANATEXCURSOR" val="83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897835"/>
  <p:tag name="ORIGINALWIDTH" val=" 6.855906"/>
  <p:tag name="OUTPUTTYPE" val="SVG"/>
  <p:tag name="IGUANATEXVERSION" val="162"/>
  <p:tag name="LATEXADDIN" val="\documentclass{article}&#10;\usepackage{amsmath}&#10;\pagestyle{empty}&#10;\begin{document}&#10;&#10;&#10;$e_1$&#10;&#10;\end{document}"/>
  <p:tag name="IGUANATEXSIZE" val="16"/>
  <p:tag name="IGUANATEXCURSOR" val="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077165"/>
  <p:tag name="ORIGINALWIDTH" val=" 3.299606"/>
  <p:tag name="OUTPUTTYPE" val="SVG"/>
  <p:tag name="IGUANATEXVERSION" val="162"/>
  <p:tag name="LATEXADDIN" val="\documentclass{article}&#10;\usepackage{amsmath}&#10;\pagestyle{empty}&#10;\begin{document}&#10;&#10;&#10;$s$&#10;&#10;\end{document}"/>
  <p:tag name="IGUANATEXSIZE" val="16"/>
  <p:tag name="IGUANATEXCURSOR" val="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897835"/>
  <p:tag name="ORIGINALWIDTH" val=" 6.855906"/>
  <p:tag name="OUTPUTTYPE" val="SVG"/>
  <p:tag name="IGUANATEXVERSION" val="162"/>
  <p:tag name="LATEXADDIN" val="\documentclass{article}&#10;\usepackage{amsmath}&#10;\pagestyle{empty}&#10;\begin{document}&#10;&#10;&#10;$e_1$&#10;&#10;\end{document}"/>
  <p:tag name="IGUANATEXSIZE" val="16"/>
  <p:tag name="IGUANATEXCURSOR" val="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383512"/>
  <p:tag name="ORIGINALWIDTH" val=" 39.70005"/>
  <p:tag name="OUTPUTTYPE" val="SVG"/>
  <p:tag name="IGUANATEXVERSION" val="162"/>
  <p:tag name="LATEXADDIN" val="\documentclass{article}&#10;\usepackage{amsmath}&#10;\pagestyle{empty}&#10;\begin{document}&#10;&#10;&#10;$s+100e_1$&#10;&#10;\end{document}"/>
  <p:tag name="IGUANATEXSIZE" val="16"/>
  <p:tag name="IGUANATEXCURSOR" val="8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383512"/>
  <p:tag name="ORIGINALWIDTH" val=" 39.70005"/>
  <p:tag name="OUTPUTTYPE" val="SVG"/>
  <p:tag name="IGUANATEXVERSION" val="162"/>
  <p:tag name="LATEXADDIN" val="\documentclass{article}&#10;\usepackage{amsmath}&#10;\pagestyle{empty}&#10;\begin{document}&#10;&#10;&#10;$s+100e_1$&#10;&#10;\end{document}"/>
  <p:tag name="IGUANATEXSIZE" val="16"/>
  <p:tag name="IGUANATEXCURSOR" val="8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54084"/>
  <p:tag name="ORIGINALWIDTH" val=" 3.712057"/>
  <p:tag name="LATEXADDIN" val="\documentclass{article}&#10;\usepackage{amsmath}&#10;\pagestyle{empty}&#10;\begin{document}&#10;&#10;&#10;$s+100e_1$&#10;&#10;\end{document}"/>
  <p:tag name="IGUANATEXSIZE" val="16"/>
  <p:tag name="IGUANATEXCURSOR" val="8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42421"/>
  <p:tag name="ORIGINALWIDTH" val=" 6.707924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42421"/>
  <p:tag name="ORIGINALWIDTH" val=" 3.328741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68454"/>
  <p:tag name="ORIGINALWIDTH" val=" 4.246654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68454"/>
  <p:tag name="ORIGINALWIDTH" val=" 4.246654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54084"/>
  <p:tag name="ORIGINALWIDTH" val=" 3.873475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75295"/>
  <p:tag name="ORIGINALWIDTH" val=" 2.570177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54084"/>
  <p:tag name="ORIGINALWIDTH" val=" 3.712057"/>
  <p:tag name="LATEXADDIN" val="\documentclass{article}&#10;\usepackage{amsmath}&#10;\pagestyle{empty}&#10;\begin{document}&#10;&#10;&#10;$s+100e_1$&#10;&#10;\end{document}"/>
  <p:tag name="IGUANATEXSIZE" val="16"/>
  <p:tag name="IGUANATEXCURSOR" val="88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42421"/>
  <p:tag name="ORIGINALWIDTH" val=" 6.707924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42421"/>
  <p:tag name="ORIGINALWIDTH" val=" 3.328741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68454"/>
  <p:tag name="ORIGINALWIDTH" val=" 4.246654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68454"/>
  <p:tag name="ORIGINALWIDTH" val=" 4.246654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54084"/>
  <p:tag name="ORIGINALWIDTH" val=" 3.873475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775295"/>
  <p:tag name="ORIGINALWIDTH" val=" 2.570177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3.50684"/>
  <p:tag name="LATEXADDIN" val="\documentclass{article}&#10;\usepackage{amsmath}&#10;\pagestyle{empty}&#10;\begin{document}&#10;&#10;&#10;$e_1$&#10;&#10;\end{document}"/>
  <p:tag name="IGUANATEXSIZE" val="16"/>
  <p:tag name="IGUANATEXCURSOR" val="85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326919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3.50684"/>
  <p:tag name="LATEXADDIN" val="\documentclass{article}&#10;\usepackage{amsmath}&#10;\pagestyle{empty}&#10;\begin{document}&#10;&#10;&#10;$e_1$&#10;&#10;\end{document}"/>
  <p:tag name="IGUANATEXSIZE" val="16"/>
  <p:tag name="IGUANATEXCURSOR" val="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326919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513041"/>
  <p:tag name="ORIGINALWIDTH" val=" 3.50684"/>
  <p:tag name="LATEXADDIN" val="\documentclass{article}&#10;\usepackage{amsmath}&#10;\pagestyle{empty}&#10;\begin{document}&#10;&#10;&#10;$e_1$&#10;&#10;\end{document}"/>
  <p:tag name="IGUANATEXSIZE" val="16"/>
  <p:tag name="IGUANATEXCURSOR" val="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63061"/>
  <p:tag name="ORIGINALWIDTH" val=" 2.326919"/>
  <p:tag name="EMFCHILD" val="Tru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4220</TotalTime>
  <Words>12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Van Duc</dc:creator>
  <cp:lastModifiedBy>Nguyen, Van Duc</cp:lastModifiedBy>
  <cp:revision>10</cp:revision>
  <dcterms:created xsi:type="dcterms:W3CDTF">2026-03-27T19:44:47Z</dcterms:created>
  <dcterms:modified xsi:type="dcterms:W3CDTF">2026-09-11T15:27:00Z</dcterms:modified>
</cp:coreProperties>
</file>